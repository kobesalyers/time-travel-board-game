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63" r:id="rId5"/>
    <p:sldId id="271" r:id="rId6"/>
    <p:sldId id="282" r:id="rId7"/>
    <p:sldId id="268" r:id="rId8"/>
    <p:sldId id="284" r:id="rId9"/>
    <p:sldId id="285" r:id="rId10"/>
    <p:sldId id="286" r:id="rId11"/>
    <p:sldId id="274" r:id="rId12"/>
    <p:sldId id="283" r:id="rId13"/>
    <p:sldId id="27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748"/>
    <p:restoredTop sz="94694"/>
  </p:normalViewPr>
  <p:slideViewPr>
    <p:cSldViewPr snapToGrid="0" snapToObjects="1">
      <p:cViewPr varScale="1">
        <p:scale>
          <a:sx n="108" d="100"/>
          <a:sy n="108" d="100"/>
        </p:scale>
        <p:origin x="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D8FD12-8291-4763-AC0E-254D5C6DCCD7}" type="datetimeFigureOut">
              <a:rPr lang="en-US" smtClean="0"/>
              <a:t>4/23/2025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D6AEEA-F7E6-4A4D-80A2-E8C855F8D4EA}" type="slidenum">
              <a:rPr lang="en-US" smtClean="0"/>
              <a:t>‹#›</a:t>
            </a:fld>
            <a:endParaRPr lang="en-US"/>
          </a:p>
        </p:txBody>
      </p:sp>
    </p:spTree>
    <p:extLst>
      <p:ext uri="{BB962C8B-B14F-4D97-AF65-F5344CB8AC3E}">
        <p14:creationId xmlns:p14="http://schemas.microsoft.com/office/powerpoint/2010/main" val="6963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CEA2FFA-9519-E947-A77B-3629CB771031}"/>
              </a:ext>
            </a:extLst>
          </p:cNvPr>
          <p:cNvSpPr>
            <a:spLocks noGrp="1"/>
          </p:cNvSpPr>
          <p:nvPr>
            <p:ph type="dt" sz="half" idx="10"/>
          </p:nvPr>
        </p:nvSpPr>
        <p:spPr/>
        <p:txBody>
          <a:bodyPr/>
          <a:lstStyle/>
          <a:p>
            <a:fld id="{7DE54394-0A55-9E4B-9093-4E3BE26D1CC3}" type="datetimeFigureOut">
              <a:rPr lang="en-US" smtClean="0">
                <a:latin typeface="Helvetica" pitchFamily="2" charset="0"/>
              </a:rPr>
              <a:pPr/>
              <a:t>4/23/2025</a:t>
            </a:fld>
            <a:endParaRPr lang="en-US" dirty="0">
              <a:latin typeface="Helvetica" pitchFamily="2" charset="0"/>
            </a:endParaRPr>
          </a:p>
        </p:txBody>
      </p:sp>
      <p:sp>
        <p:nvSpPr>
          <p:cNvPr id="4" name="Footer Placeholder 3">
            <a:extLst>
              <a:ext uri="{FF2B5EF4-FFF2-40B4-BE49-F238E27FC236}">
                <a16:creationId xmlns:a16="http://schemas.microsoft.com/office/drawing/2014/main" id="{918BA114-198C-2A45-8320-BA9851F6AA54}"/>
              </a:ext>
            </a:extLst>
          </p:cNvPr>
          <p:cNvSpPr>
            <a:spLocks noGrp="1"/>
          </p:cNvSpPr>
          <p:nvPr>
            <p:ph type="ftr" sz="quarter" idx="11"/>
          </p:nvPr>
        </p:nvSpPr>
        <p:spPr/>
        <p:txBody>
          <a:bodyPr/>
          <a:lstStyle/>
          <a:p>
            <a:r>
              <a:rPr lang="en-US"/>
              <a:t>Add department / title name</a:t>
            </a:r>
            <a:endParaRPr lang="en-US" dirty="0"/>
          </a:p>
        </p:txBody>
      </p:sp>
      <p:sp>
        <p:nvSpPr>
          <p:cNvPr id="5" name="Slide Number Placeholder 4">
            <a:extLst>
              <a:ext uri="{FF2B5EF4-FFF2-40B4-BE49-F238E27FC236}">
                <a16:creationId xmlns:a16="http://schemas.microsoft.com/office/drawing/2014/main" id="{B65C6B9B-694E-564C-ACDD-2B9AA1B3F727}"/>
              </a:ext>
            </a:extLst>
          </p:cNvPr>
          <p:cNvSpPr>
            <a:spLocks noGrp="1"/>
          </p:cNvSpPr>
          <p:nvPr>
            <p:ph type="sldNum" sz="quarter" idx="12"/>
          </p:nvPr>
        </p:nvSpPr>
        <p:spPr/>
        <p:txBody>
          <a:bodyPr/>
          <a:lstStyle/>
          <a:p>
            <a:fld id="{8A16B8CB-D56F-2744-807F-154426EF1DF6}" type="slidenum">
              <a:rPr lang="en-US" smtClean="0"/>
              <a:pPr/>
              <a:t>‹#›</a:t>
            </a:fld>
            <a:endParaRPr lang="en-US" dirty="0"/>
          </a:p>
        </p:txBody>
      </p:sp>
      <p:pic>
        <p:nvPicPr>
          <p:cNvPr id="14" name="Picture 13">
            <a:extLst>
              <a:ext uri="{FF2B5EF4-FFF2-40B4-BE49-F238E27FC236}">
                <a16:creationId xmlns:a16="http://schemas.microsoft.com/office/drawing/2014/main" id="{F8A2D5A8-0D18-8340-9237-AECB4505A3D7}"/>
              </a:ext>
            </a:extLst>
          </p:cNvPr>
          <p:cNvPicPr>
            <a:picLocks noChangeAspect="1"/>
          </p:cNvPicPr>
          <p:nvPr userDrawn="1"/>
        </p:nvPicPr>
        <p:blipFill>
          <a:blip r:embed="rId2"/>
          <a:stretch>
            <a:fillRect/>
          </a:stretch>
        </p:blipFill>
        <p:spPr>
          <a:xfrm>
            <a:off x="22724" y="0"/>
            <a:ext cx="9121276" cy="6858000"/>
          </a:xfrm>
          <a:prstGeom prst="rect">
            <a:avLst/>
          </a:prstGeom>
        </p:spPr>
      </p:pic>
      <p:sp>
        <p:nvSpPr>
          <p:cNvPr id="6" name="Title Placeholder 12">
            <a:extLst>
              <a:ext uri="{FF2B5EF4-FFF2-40B4-BE49-F238E27FC236}">
                <a16:creationId xmlns:a16="http://schemas.microsoft.com/office/drawing/2014/main" id="{6E5775B4-F0E7-4A48-BF5D-AF263FA2D60C}"/>
              </a:ext>
            </a:extLst>
          </p:cNvPr>
          <p:cNvSpPr>
            <a:spLocks noGrp="1"/>
          </p:cNvSpPr>
          <p:nvPr>
            <p:ph type="title" hasCustomPrompt="1"/>
          </p:nvPr>
        </p:nvSpPr>
        <p:spPr>
          <a:xfrm>
            <a:off x="589649" y="524026"/>
            <a:ext cx="7886700" cy="4424856"/>
          </a:xfrm>
          <a:prstGeom prst="rect">
            <a:avLst/>
          </a:prstGeom>
        </p:spPr>
        <p:txBody>
          <a:bodyPr vert="horz" lIns="91440" tIns="45720" rIns="91440" bIns="45720" rtlCol="0" anchor="ctr">
            <a:noAutofit/>
          </a:bodyPr>
          <a:lstStyle>
            <a:lvl1pPr>
              <a:defRPr sz="3200"/>
            </a:lvl1pPr>
          </a:lstStyle>
          <a:p>
            <a:r>
              <a:rPr lang="en-US" dirty="0"/>
              <a:t>Click to edit </a:t>
            </a:r>
            <a:br>
              <a:rPr lang="en-US" dirty="0"/>
            </a:br>
            <a:r>
              <a:rPr lang="en-US" dirty="0"/>
              <a:t>Master title style</a:t>
            </a:r>
          </a:p>
        </p:txBody>
      </p:sp>
      <p:sp>
        <p:nvSpPr>
          <p:cNvPr id="7" name="Text Placeholder 2">
            <a:extLst>
              <a:ext uri="{FF2B5EF4-FFF2-40B4-BE49-F238E27FC236}">
                <a16:creationId xmlns:a16="http://schemas.microsoft.com/office/drawing/2014/main" id="{9B9DD850-EB65-E74F-922F-F4E9D2D6B834}"/>
              </a:ext>
            </a:extLst>
          </p:cNvPr>
          <p:cNvSpPr>
            <a:spLocks noGrp="1"/>
          </p:cNvSpPr>
          <p:nvPr>
            <p:ph idx="1"/>
          </p:nvPr>
        </p:nvSpPr>
        <p:spPr>
          <a:xfrm>
            <a:off x="599464" y="4991207"/>
            <a:ext cx="7032050" cy="938745"/>
          </a:xfrm>
          <a:prstGeom prst="rect">
            <a:avLst/>
          </a:prstGeom>
        </p:spPr>
        <p:txBody>
          <a:bodyPr vert="horz" lIns="91440" tIns="45720" rIns="91440" bIns="45720" rtlCol="0">
            <a:normAutofit/>
          </a:bodyPr>
          <a:lstStyle>
            <a:lvl1pPr>
              <a:defRPr sz="2000">
                <a:solidFill>
                  <a:schemeClr val="bg1">
                    <a:lumMod val="75000"/>
                  </a:schemeClr>
                </a:solidFill>
              </a:defRPr>
            </a:lvl1pPr>
          </a:lstStyle>
          <a:p>
            <a:pPr lvl="0"/>
            <a:r>
              <a:rPr lang="en-US"/>
              <a:t>Click to edit Master text styles</a:t>
            </a:r>
          </a:p>
        </p:txBody>
      </p:sp>
    </p:spTree>
    <p:extLst>
      <p:ext uri="{BB962C8B-B14F-4D97-AF65-F5344CB8AC3E}">
        <p14:creationId xmlns:p14="http://schemas.microsoft.com/office/powerpoint/2010/main" val="3151906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06C2608-EBCA-CD43-998A-13A8FDB5E2D0}"/>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5" name="Footer Placeholder 4">
            <a:extLst>
              <a:ext uri="{FF2B5EF4-FFF2-40B4-BE49-F238E27FC236}">
                <a16:creationId xmlns:a16="http://schemas.microsoft.com/office/drawing/2014/main" id="{76342C9E-A648-8948-B2CE-DAE4F9E99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90DC5-CC32-C048-B807-7FB3B1AB72CA}"/>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8734DBAE-BB9B-FD48-B664-5EB48F2D27FA}"/>
              </a:ext>
            </a:extLst>
          </p:cNvPr>
          <p:cNvSpPr>
            <a:spLocks noGrp="1"/>
          </p:cNvSpPr>
          <p:nvPr>
            <p:ph type="title" hasCustomPrompt="1"/>
          </p:nvPr>
        </p:nvSpPr>
        <p:spPr>
          <a:xfrm>
            <a:off x="883690" y="139986"/>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
        <p:nvSpPr>
          <p:cNvPr id="12" name="Text Placeholder 2">
            <a:extLst>
              <a:ext uri="{FF2B5EF4-FFF2-40B4-BE49-F238E27FC236}">
                <a16:creationId xmlns:a16="http://schemas.microsoft.com/office/drawing/2014/main" id="{7A233D3F-0958-F94B-9E02-539A512A0CAC}"/>
              </a:ext>
            </a:extLst>
          </p:cNvPr>
          <p:cNvSpPr>
            <a:spLocks noGrp="1"/>
          </p:cNvSpPr>
          <p:nvPr>
            <p:ph idx="1"/>
          </p:nvPr>
        </p:nvSpPr>
        <p:spPr>
          <a:xfrm>
            <a:off x="1050878" y="1195295"/>
            <a:ext cx="7728383" cy="4761953"/>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52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06C2608-EBCA-CD43-998A-13A8FDB5E2D0}"/>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5" name="Footer Placeholder 4">
            <a:extLst>
              <a:ext uri="{FF2B5EF4-FFF2-40B4-BE49-F238E27FC236}">
                <a16:creationId xmlns:a16="http://schemas.microsoft.com/office/drawing/2014/main" id="{76342C9E-A648-8948-B2CE-DAE4F9E99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90DC5-CC32-C048-B807-7FB3B1AB72CA}"/>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8734DBAE-BB9B-FD48-B664-5EB48F2D27FA}"/>
              </a:ext>
            </a:extLst>
          </p:cNvPr>
          <p:cNvSpPr>
            <a:spLocks noGrp="1"/>
          </p:cNvSpPr>
          <p:nvPr>
            <p:ph type="title" hasCustomPrompt="1"/>
          </p:nvPr>
        </p:nvSpPr>
        <p:spPr>
          <a:xfrm>
            <a:off x="880278" y="14330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
        <p:nvSpPr>
          <p:cNvPr id="12" name="Text Placeholder 2">
            <a:extLst>
              <a:ext uri="{FF2B5EF4-FFF2-40B4-BE49-F238E27FC236}">
                <a16:creationId xmlns:a16="http://schemas.microsoft.com/office/drawing/2014/main" id="{7A233D3F-0958-F94B-9E02-539A512A0CAC}"/>
              </a:ext>
            </a:extLst>
          </p:cNvPr>
          <p:cNvSpPr>
            <a:spLocks noGrp="1"/>
          </p:cNvSpPr>
          <p:nvPr>
            <p:ph idx="1"/>
          </p:nvPr>
        </p:nvSpPr>
        <p:spPr>
          <a:xfrm>
            <a:off x="1018464" y="1324951"/>
            <a:ext cx="7663651" cy="1998279"/>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a:extLst>
              <a:ext uri="{FF2B5EF4-FFF2-40B4-BE49-F238E27FC236}">
                <a16:creationId xmlns:a16="http://schemas.microsoft.com/office/drawing/2014/main" id="{A5716DEB-ACC5-334E-B749-4E5073D539E5}"/>
              </a:ext>
            </a:extLst>
          </p:cNvPr>
          <p:cNvSpPr>
            <a:spLocks noGrp="1"/>
          </p:cNvSpPr>
          <p:nvPr>
            <p:ph idx="13"/>
          </p:nvPr>
        </p:nvSpPr>
        <p:spPr>
          <a:xfrm>
            <a:off x="1018464" y="3613226"/>
            <a:ext cx="7663651" cy="1998279"/>
          </a:xfrm>
          <a:prstGeom prst="rect">
            <a:avLst/>
          </a:prstGeom>
        </p:spPr>
        <p:txBody>
          <a:bodyPr vert="horz" lIns="91440" tIns="45720" rIns="91440" bIns="45720" rtlCol="0">
            <a:normAutofit/>
          </a:bodyPr>
          <a:lstStyle>
            <a:lvl1pPr algn="l">
              <a:defRPr sz="1800" cap="none" baseline="0">
                <a:solidFill>
                  <a:srgbClr val="0033A0"/>
                </a:solidFill>
              </a:defRPr>
            </a:lvl1pPr>
            <a:lvl2pPr marL="600060" indent="-257168" algn="l">
              <a:buFont typeface="Wingdings" pitchFamily="2" charset="2"/>
              <a:buChar char="§"/>
              <a:defRPr sz="1500" b="0" i="0">
                <a:solidFill>
                  <a:srgbClr val="0033A0"/>
                </a:solidFill>
                <a:latin typeface="Helvetica" pitchFamily="2" charset="0"/>
              </a:defRPr>
            </a:lvl2pPr>
            <a:lvl3pPr marL="942952" indent="-257168" algn="l">
              <a:buFont typeface="Wingdings" pitchFamily="2" charset="2"/>
              <a:buChar char="§"/>
              <a:defRPr sz="1350" b="0" i="0">
                <a:solidFill>
                  <a:srgbClr val="0033A0"/>
                </a:solidFill>
                <a:latin typeface="Helvetica" pitchFamily="2" charset="0"/>
              </a:defRPr>
            </a:lvl3pPr>
            <a:lvl4pPr marL="1242982" indent="-214308" algn="l">
              <a:buFont typeface="Wingdings" pitchFamily="2" charset="2"/>
              <a:buChar char="§"/>
              <a:defRPr sz="1200" b="0" i="0">
                <a:solidFill>
                  <a:srgbClr val="0033A0"/>
                </a:solidFill>
                <a:latin typeface="Helvetica" pitchFamily="2" charset="0"/>
              </a:defRPr>
            </a:lvl4pPr>
            <a:lvl5pPr marL="1585874" indent="-214308" algn="l">
              <a:buFont typeface="Wingdings" pitchFamily="2" charset="2"/>
              <a:buChar char="§"/>
              <a:defRPr sz="1200" b="0" i="0">
                <a:solidFill>
                  <a:srgbClr val="0033A0"/>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2867B4A6-B411-1E41-9A9E-92741E88C67F}"/>
              </a:ext>
            </a:extLst>
          </p:cNvPr>
          <p:cNvCxnSpPr>
            <a:cxnSpLocks/>
          </p:cNvCxnSpPr>
          <p:nvPr userDrawn="1"/>
        </p:nvCxnSpPr>
        <p:spPr>
          <a:xfrm>
            <a:off x="1018464" y="3487004"/>
            <a:ext cx="7663651"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407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2739CD-353B-494F-9F24-C779DF0FC265}"/>
              </a:ext>
            </a:extLst>
          </p:cNvPr>
          <p:cNvPicPr>
            <a:picLocks noChangeAspect="1"/>
          </p:cNvPicPr>
          <p:nvPr userDrawn="1"/>
        </p:nvPicPr>
        <p:blipFill rotWithShape="1">
          <a:blip r:embed="rId2"/>
          <a:srcRect l="56802" t="7912" r="13182" b="16192"/>
          <a:stretch/>
        </p:blipFill>
        <p:spPr>
          <a:xfrm>
            <a:off x="5195146" y="928048"/>
            <a:ext cx="3584116" cy="5268035"/>
          </a:xfrm>
          <a:prstGeom prst="rect">
            <a:avLst/>
          </a:prstGeom>
        </p:spPr>
      </p:pic>
      <p:sp>
        <p:nvSpPr>
          <p:cNvPr id="2" name="Title 1">
            <a:extLst>
              <a:ext uri="{FF2B5EF4-FFF2-40B4-BE49-F238E27FC236}">
                <a16:creationId xmlns:a16="http://schemas.microsoft.com/office/drawing/2014/main" id="{BDA1A315-6C17-0B47-8B21-CEA03B2452FA}"/>
              </a:ext>
            </a:extLst>
          </p:cNvPr>
          <p:cNvSpPr>
            <a:spLocks noGrp="1"/>
          </p:cNvSpPr>
          <p:nvPr>
            <p:ph type="ctrTitle" hasCustomPrompt="1"/>
          </p:nvPr>
        </p:nvSpPr>
        <p:spPr>
          <a:xfrm>
            <a:off x="948518" y="524763"/>
            <a:ext cx="4235567" cy="2876941"/>
          </a:xfrm>
          <a:prstGeom prst="rect">
            <a:avLst/>
          </a:prstGeom>
        </p:spPr>
        <p:txBody>
          <a:bodyPr anchor="b">
            <a:normAutofit/>
          </a:bodyPr>
          <a:lstStyle>
            <a:lvl1pPr algn="ctr">
              <a:defRPr sz="3000">
                <a:solidFill>
                  <a:schemeClr val="tx1"/>
                </a:solidFill>
              </a:defRPr>
            </a:lvl1pPr>
          </a:lstStyle>
          <a:p>
            <a:r>
              <a:rPr lang="en-US" dirty="0"/>
              <a:t>Click to </a:t>
            </a:r>
            <a:br>
              <a:rPr lang="en-US" dirty="0"/>
            </a:br>
            <a:r>
              <a:rPr lang="en-US" dirty="0"/>
              <a:t>edit transition </a:t>
            </a:r>
            <a:br>
              <a:rPr lang="en-US" dirty="0"/>
            </a:br>
            <a:r>
              <a:rPr lang="en-US" dirty="0"/>
              <a:t>slide title</a:t>
            </a:r>
          </a:p>
        </p:txBody>
      </p:sp>
      <p:sp>
        <p:nvSpPr>
          <p:cNvPr id="3" name="Subtitle 2">
            <a:extLst>
              <a:ext uri="{FF2B5EF4-FFF2-40B4-BE49-F238E27FC236}">
                <a16:creationId xmlns:a16="http://schemas.microsoft.com/office/drawing/2014/main" id="{3E2A30D9-14CB-694B-8997-602B06B7E4B6}"/>
              </a:ext>
            </a:extLst>
          </p:cNvPr>
          <p:cNvSpPr>
            <a:spLocks noGrp="1"/>
          </p:cNvSpPr>
          <p:nvPr>
            <p:ph type="subTitle" idx="1" hasCustomPrompt="1"/>
          </p:nvPr>
        </p:nvSpPr>
        <p:spPr>
          <a:xfrm>
            <a:off x="948518" y="3912015"/>
            <a:ext cx="4235567" cy="1569052"/>
          </a:xfrm>
          <a:prstGeom prst="rect">
            <a:avLst/>
          </a:prstGeom>
        </p:spPr>
        <p:txBody>
          <a:bodyPr/>
          <a:lstStyle>
            <a:lvl1pPr marL="0" indent="0" algn="ctr">
              <a:buNone/>
              <a:defRPr sz="1800">
                <a:solidFill>
                  <a:schemeClr val="bg1">
                    <a:lumMod val="75000"/>
                  </a:schemeClr>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edit transition </a:t>
            </a:r>
            <a:br>
              <a:rPr lang="en-US" dirty="0"/>
            </a:br>
            <a:r>
              <a:rPr lang="en-US" dirty="0"/>
              <a:t>subtitle style</a:t>
            </a:r>
          </a:p>
        </p:txBody>
      </p:sp>
      <p:sp>
        <p:nvSpPr>
          <p:cNvPr id="4" name="Date Placeholder 3">
            <a:extLst>
              <a:ext uri="{FF2B5EF4-FFF2-40B4-BE49-F238E27FC236}">
                <a16:creationId xmlns:a16="http://schemas.microsoft.com/office/drawing/2014/main" id="{CF812FB7-6D54-AC4D-83AE-3BD293BC614C}"/>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5" name="Footer Placeholder 4">
            <a:extLst>
              <a:ext uri="{FF2B5EF4-FFF2-40B4-BE49-F238E27FC236}">
                <a16:creationId xmlns:a16="http://schemas.microsoft.com/office/drawing/2014/main" id="{E23D7F5E-0CCF-9847-A64A-8EEA223F78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0B6D915-7298-9442-B8B6-23BFF06BA30A}"/>
              </a:ext>
            </a:extLst>
          </p:cNvPr>
          <p:cNvSpPr>
            <a:spLocks noGrp="1"/>
          </p:cNvSpPr>
          <p:nvPr>
            <p:ph type="sldNum" sz="quarter" idx="12"/>
          </p:nvPr>
        </p:nvSpPr>
        <p:spPr/>
        <p:txBody>
          <a:bodyPr/>
          <a:lstStyle/>
          <a:p>
            <a:fld id="{8A16B8CB-D56F-2744-807F-154426EF1DF6}" type="slidenum">
              <a:rPr lang="en-US" smtClean="0"/>
              <a:t>‹#›</a:t>
            </a:fld>
            <a:endParaRPr lang="en-US"/>
          </a:p>
        </p:txBody>
      </p:sp>
      <p:cxnSp>
        <p:nvCxnSpPr>
          <p:cNvPr id="14" name="Straight Connector 13">
            <a:extLst>
              <a:ext uri="{FF2B5EF4-FFF2-40B4-BE49-F238E27FC236}">
                <a16:creationId xmlns:a16="http://schemas.microsoft.com/office/drawing/2014/main" id="{D8E84A9A-FCC3-2743-AF0D-8FB8A22F13B9}"/>
              </a:ext>
            </a:extLst>
          </p:cNvPr>
          <p:cNvCxnSpPr/>
          <p:nvPr userDrawn="1"/>
        </p:nvCxnSpPr>
        <p:spPr>
          <a:xfrm>
            <a:off x="2775613" y="3643953"/>
            <a:ext cx="583442" cy="0"/>
          </a:xfrm>
          <a:prstGeom prst="line">
            <a:avLst/>
          </a:prstGeom>
          <a:ln w="12700">
            <a:solidFill>
              <a:srgbClr val="0033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838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C4C029-675D-7A44-A487-3FF32FE84E5B}"/>
              </a:ext>
            </a:extLst>
          </p:cNvPr>
          <p:cNvSpPr>
            <a:spLocks noGrp="1"/>
          </p:cNvSpPr>
          <p:nvPr>
            <p:ph sz="half" idx="1"/>
          </p:nvPr>
        </p:nvSpPr>
        <p:spPr>
          <a:xfrm>
            <a:off x="977521" y="1362654"/>
            <a:ext cx="3828197" cy="4287518"/>
          </a:xfrm>
          <a:prstGeom prst="rect">
            <a:avLst/>
          </a:prstGeom>
        </p:spPr>
        <p:txBody>
          <a:bodyPr/>
          <a:lstStyle>
            <a:lvl1pPr>
              <a:defRPr sz="1800">
                <a:solidFill>
                  <a:schemeClr val="tx1"/>
                </a:solidFill>
              </a:defRPr>
            </a:lvl1pPr>
            <a:lvl2pPr>
              <a:defRPr b="0" i="0">
                <a:solidFill>
                  <a:schemeClr val="tx1"/>
                </a:solidFill>
                <a:latin typeface="Helvetica" pitchFamily="2" charset="0"/>
              </a:defRPr>
            </a:lvl2pPr>
            <a:lvl3pPr>
              <a:defRPr b="0" i="0">
                <a:solidFill>
                  <a:schemeClr val="tx1"/>
                </a:solidFill>
                <a:latin typeface="Helvetica" pitchFamily="2" charset="0"/>
              </a:defRPr>
            </a:lvl3pPr>
            <a:lvl4pPr>
              <a:defRPr b="0" i="0">
                <a:solidFill>
                  <a:schemeClr val="tx1"/>
                </a:solidFill>
                <a:latin typeface="Helvetica" pitchFamily="2" charset="0"/>
              </a:defRPr>
            </a:lvl4pPr>
            <a:lvl5pPr>
              <a:defRPr b="0" i="0">
                <a:solidFill>
                  <a:schemeClr val="tx1"/>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CA5E1BC-F6A3-EA4E-B3E5-A565CACB974D}"/>
              </a:ext>
            </a:extLst>
          </p:cNvPr>
          <p:cNvSpPr>
            <a:spLocks noGrp="1"/>
          </p:cNvSpPr>
          <p:nvPr>
            <p:ph sz="half" idx="2"/>
          </p:nvPr>
        </p:nvSpPr>
        <p:spPr>
          <a:xfrm>
            <a:off x="4902959" y="1362654"/>
            <a:ext cx="3910423" cy="4287519"/>
          </a:xfrm>
          <a:prstGeom prst="rect">
            <a:avLst/>
          </a:prstGeom>
        </p:spPr>
        <p:txBody>
          <a:bodyPr/>
          <a:lstStyle>
            <a:lvl1pPr>
              <a:defRPr sz="1800">
                <a:solidFill>
                  <a:schemeClr val="tx1"/>
                </a:solidFill>
              </a:defRPr>
            </a:lvl1pPr>
            <a:lvl2pPr>
              <a:defRPr b="0" i="0">
                <a:solidFill>
                  <a:schemeClr val="tx1"/>
                </a:solidFill>
                <a:latin typeface="Helvetica" pitchFamily="2" charset="0"/>
              </a:defRPr>
            </a:lvl2pPr>
            <a:lvl3pPr>
              <a:defRPr b="0" i="0">
                <a:solidFill>
                  <a:schemeClr val="tx1"/>
                </a:solidFill>
                <a:latin typeface="Helvetica" pitchFamily="2" charset="0"/>
              </a:defRPr>
            </a:lvl3pPr>
            <a:lvl4pPr>
              <a:defRPr b="0" i="0">
                <a:solidFill>
                  <a:schemeClr val="tx1"/>
                </a:solidFill>
                <a:latin typeface="Helvetica" pitchFamily="2" charset="0"/>
              </a:defRPr>
            </a:lvl4pPr>
            <a:lvl5pPr>
              <a:defRPr b="0" i="0">
                <a:solidFill>
                  <a:schemeClr val="tx1"/>
                </a:solidFill>
                <a:latin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2A7EFA3F-52C7-CF4A-A535-1FCECBD14787}"/>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6" name="Footer Placeholder 5">
            <a:extLst>
              <a:ext uri="{FF2B5EF4-FFF2-40B4-BE49-F238E27FC236}">
                <a16:creationId xmlns:a16="http://schemas.microsoft.com/office/drawing/2014/main" id="{A2EF4374-907D-774A-B180-B77D54835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5CA39-6D57-0F49-BF1E-80F239C0EF78}"/>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E253A57B-4282-1B44-AADF-EEC2F031F588}"/>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Tree>
    <p:extLst>
      <p:ext uri="{BB962C8B-B14F-4D97-AF65-F5344CB8AC3E}">
        <p14:creationId xmlns:p14="http://schemas.microsoft.com/office/powerpoint/2010/main" val="391691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7536C5-7AE9-514B-86BE-D8C6A4B253E6}"/>
              </a:ext>
            </a:extLst>
          </p:cNvPr>
          <p:cNvSpPr>
            <a:spLocks noGrp="1"/>
          </p:cNvSpPr>
          <p:nvPr>
            <p:ph idx="1" hasCustomPrompt="1"/>
          </p:nvPr>
        </p:nvSpPr>
        <p:spPr>
          <a:xfrm>
            <a:off x="4641648" y="1322797"/>
            <a:ext cx="4099744" cy="4375144"/>
          </a:xfrm>
          <a:prstGeom prst="rect">
            <a:avLst/>
          </a:prstGeom>
        </p:spPr>
        <p:txBody>
          <a:bodyPr>
            <a:normAutofit/>
          </a:bodyPr>
          <a:lstStyle>
            <a:lvl1pPr>
              <a:defRPr sz="2100"/>
            </a:lvl1pPr>
            <a:lvl2pPr>
              <a:defRPr sz="1800" b="0" i="0">
                <a:latin typeface="Helvetica" pitchFamily="2" charset="0"/>
              </a:defRPr>
            </a:lvl2pPr>
            <a:lvl3pPr>
              <a:defRPr sz="1500" b="0" i="0">
                <a:latin typeface="Helvetica" pitchFamily="2" charset="0"/>
              </a:defRPr>
            </a:lvl3pPr>
            <a:lvl4pPr>
              <a:defRPr sz="1350" b="0" i="0">
                <a:latin typeface="Helvetica" pitchFamily="2" charset="0"/>
              </a:defRPr>
            </a:lvl4pPr>
            <a:lvl5pPr>
              <a:defRPr sz="1350" b="0" i="0">
                <a:latin typeface="Helvetica" pitchFamily="2" charset="0"/>
              </a:defRPr>
            </a:lvl5pPr>
            <a:lvl6pPr>
              <a:defRPr sz="1500"/>
            </a:lvl6pPr>
            <a:lvl7pPr>
              <a:defRPr sz="1500"/>
            </a:lvl7pPr>
            <a:lvl8pPr>
              <a:defRPr sz="1500"/>
            </a:lvl8pPr>
            <a:lvl9pPr>
              <a:defRPr sz="1500"/>
            </a:lvl9pPr>
          </a:lstStyle>
          <a:p>
            <a:pPr lvl="0"/>
            <a:r>
              <a:rPr lang="en-US" dirty="0"/>
              <a:t>Click to ADD PHOTO/Graphic</a:t>
            </a:r>
          </a:p>
        </p:txBody>
      </p:sp>
      <p:sp>
        <p:nvSpPr>
          <p:cNvPr id="5" name="Date Placeholder 4">
            <a:extLst>
              <a:ext uri="{FF2B5EF4-FFF2-40B4-BE49-F238E27FC236}">
                <a16:creationId xmlns:a16="http://schemas.microsoft.com/office/drawing/2014/main" id="{4FB5DD81-E099-1941-8E8F-13B5792E756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6" name="Footer Placeholder 5">
            <a:extLst>
              <a:ext uri="{FF2B5EF4-FFF2-40B4-BE49-F238E27FC236}">
                <a16:creationId xmlns:a16="http://schemas.microsoft.com/office/drawing/2014/main" id="{69DE51C2-51D1-2844-8B92-1AB1C256B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CC5F9-6DC8-594D-8441-39AD7AEACFD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12" name="Text Placeholder 2">
            <a:extLst>
              <a:ext uri="{FF2B5EF4-FFF2-40B4-BE49-F238E27FC236}">
                <a16:creationId xmlns:a16="http://schemas.microsoft.com/office/drawing/2014/main" id="{ECD17435-89D2-1F4E-A337-D4EF05657D56}"/>
              </a:ext>
            </a:extLst>
          </p:cNvPr>
          <p:cNvSpPr>
            <a:spLocks noGrp="1"/>
          </p:cNvSpPr>
          <p:nvPr>
            <p:ph idx="13"/>
          </p:nvPr>
        </p:nvSpPr>
        <p:spPr>
          <a:xfrm>
            <a:off x="922405" y="1322797"/>
            <a:ext cx="3602717" cy="4375144"/>
          </a:xfrm>
          <a:prstGeom prst="rect">
            <a:avLst/>
          </a:prstGeom>
        </p:spPr>
        <p:txBody>
          <a:bodyPr vert="horz" lIns="91440" tIns="45720" rIns="91440" bIns="45720" rtlCol="0">
            <a:normAutofit/>
          </a:bodyPr>
          <a:lstStyle>
            <a:lvl1pPr algn="l">
              <a:defRPr sz="1800" b="0" i="0" cap="none" baseline="0">
                <a:solidFill>
                  <a:srgbClr val="0033A0"/>
                </a:solidFill>
                <a:latin typeface="Georgia" panose="02040502050405020303" pitchFamily="18" charset="0"/>
              </a:defRPr>
            </a:lvl1pPr>
            <a:lvl2pPr marL="600060" indent="-257168" algn="l">
              <a:buFont typeface="Wingdings" pitchFamily="2" charset="2"/>
              <a:buChar char="§"/>
              <a:defRPr sz="1500" b="0" i="0">
                <a:solidFill>
                  <a:srgbClr val="0033A0"/>
                </a:solidFill>
                <a:latin typeface="Georgia" panose="02040502050405020303" pitchFamily="18" charset="0"/>
              </a:defRPr>
            </a:lvl2pPr>
            <a:lvl3pPr marL="942952" indent="-257168" algn="l">
              <a:buFont typeface="Wingdings" pitchFamily="2" charset="2"/>
              <a:buChar char="§"/>
              <a:defRPr sz="1350" b="0" i="0">
                <a:solidFill>
                  <a:srgbClr val="0033A0"/>
                </a:solidFill>
                <a:latin typeface="Georgia" panose="02040502050405020303" pitchFamily="18" charset="0"/>
              </a:defRPr>
            </a:lvl3pPr>
            <a:lvl4pPr marL="1242982" indent="-214308" algn="l">
              <a:buFont typeface="Wingdings" pitchFamily="2" charset="2"/>
              <a:buChar char="§"/>
              <a:defRPr sz="1200" b="0" i="0">
                <a:solidFill>
                  <a:srgbClr val="0033A0"/>
                </a:solidFill>
                <a:latin typeface="Georgia" panose="02040502050405020303" pitchFamily="18" charset="0"/>
              </a:defRPr>
            </a:lvl4pPr>
            <a:lvl5pPr marL="1585874" indent="-214308" algn="l">
              <a:buFont typeface="Wingdings" pitchFamily="2" charset="2"/>
              <a:buChar char="§"/>
              <a:defRPr sz="1200" b="0" i="0">
                <a:solidFill>
                  <a:srgbClr val="0033A0"/>
                </a:solidFill>
                <a:latin typeface="Georgia" panose="020405020504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78C06CC2-3B19-CD43-9048-86377FCDC8E8}"/>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Tree>
    <p:extLst>
      <p:ext uri="{BB962C8B-B14F-4D97-AF65-F5344CB8AC3E}">
        <p14:creationId xmlns:p14="http://schemas.microsoft.com/office/powerpoint/2010/main" val="1285028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FB5DD81-E099-1941-8E8F-13B5792E756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6" name="Footer Placeholder 5">
            <a:extLst>
              <a:ext uri="{FF2B5EF4-FFF2-40B4-BE49-F238E27FC236}">
                <a16:creationId xmlns:a16="http://schemas.microsoft.com/office/drawing/2014/main" id="{69DE51C2-51D1-2844-8B92-1AB1C256B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CC5F9-6DC8-594D-8441-39AD7AEACFD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9" name="Title Placeholder 1">
            <a:extLst>
              <a:ext uri="{FF2B5EF4-FFF2-40B4-BE49-F238E27FC236}">
                <a16:creationId xmlns:a16="http://schemas.microsoft.com/office/drawing/2014/main" id="{D3283B63-1EA6-2245-9DAF-A3393D2DA29E}"/>
              </a:ext>
            </a:extLst>
          </p:cNvPr>
          <p:cNvSpPr>
            <a:spLocks noGrp="1"/>
          </p:cNvSpPr>
          <p:nvPr>
            <p:ph type="title" hasCustomPrompt="1"/>
          </p:nvPr>
        </p:nvSpPr>
        <p:spPr>
          <a:xfrm>
            <a:off x="900750" y="177423"/>
            <a:ext cx="8474839" cy="594601"/>
          </a:xfrm>
          <a:prstGeom prst="rect">
            <a:avLst/>
          </a:prstGeom>
        </p:spPr>
        <p:txBody>
          <a:bodyPr vert="horz" lIns="91440" tIns="45720" rIns="91440" bIns="45720" rtlCol="0" anchor="ctr">
            <a:normAutofit/>
          </a:bodyPr>
          <a:lstStyle>
            <a:lvl1pPr algn="l">
              <a:defRPr sz="2400" kern="1300" baseline="0">
                <a:solidFill>
                  <a:schemeClr val="tx1"/>
                </a:solidFill>
                <a:latin typeface="Georgia" panose="02040502050405020303" pitchFamily="18" charset="0"/>
              </a:defRPr>
            </a:lvl1pPr>
          </a:lstStyle>
          <a:p>
            <a:r>
              <a:rPr lang="en-US" dirty="0"/>
              <a:t>Click to edit title style</a:t>
            </a:r>
          </a:p>
        </p:txBody>
      </p:sp>
    </p:spTree>
    <p:extLst>
      <p:ext uri="{BB962C8B-B14F-4D97-AF65-F5344CB8AC3E}">
        <p14:creationId xmlns:p14="http://schemas.microsoft.com/office/powerpoint/2010/main" val="11844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62C740-F8C1-FF46-8CA9-BD5F4BF0A50F}"/>
              </a:ext>
            </a:extLst>
          </p:cNvPr>
          <p:cNvSpPr>
            <a:spLocks noGrp="1"/>
          </p:cNvSpPr>
          <p:nvPr>
            <p:ph type="dt" sz="half" idx="10"/>
          </p:nvPr>
        </p:nvSpPr>
        <p:spPr/>
        <p:txBody>
          <a:bodyPr/>
          <a:lstStyle>
            <a:lvl1pPr>
              <a:defRPr b="0" i="0">
                <a:latin typeface="Helvetica" pitchFamily="2" charset="0"/>
              </a:defRPr>
            </a:lvl1pPr>
          </a:lstStyle>
          <a:p>
            <a:fld id="{7DE54394-0A55-9E4B-9093-4E3BE26D1CC3}" type="datetimeFigureOut">
              <a:rPr lang="en-US" smtClean="0"/>
              <a:pPr/>
              <a:t>4/23/2025</a:t>
            </a:fld>
            <a:endParaRPr lang="en-US" dirty="0"/>
          </a:p>
        </p:txBody>
      </p:sp>
      <p:sp>
        <p:nvSpPr>
          <p:cNvPr id="3" name="Footer Placeholder 2">
            <a:extLst>
              <a:ext uri="{FF2B5EF4-FFF2-40B4-BE49-F238E27FC236}">
                <a16:creationId xmlns:a16="http://schemas.microsoft.com/office/drawing/2014/main" id="{D1E1F79D-61BE-A741-9261-0739EE055B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69ACF0-3D9F-FB45-A2F7-2DEB25642522}"/>
              </a:ext>
            </a:extLst>
          </p:cNvPr>
          <p:cNvSpPr>
            <a:spLocks noGrp="1"/>
          </p:cNvSpPr>
          <p:nvPr>
            <p:ph type="sldNum" sz="quarter" idx="12"/>
          </p:nvPr>
        </p:nvSpPr>
        <p:spPr/>
        <p:txBody>
          <a:bodyPr/>
          <a:lstStyle/>
          <a:p>
            <a:fld id="{8A16B8CB-D56F-2744-807F-154426EF1DF6}" type="slidenum">
              <a:rPr lang="en-US" smtClean="0"/>
              <a:t>‹#›</a:t>
            </a:fld>
            <a:endParaRPr lang="en-US"/>
          </a:p>
        </p:txBody>
      </p:sp>
      <p:sp>
        <p:nvSpPr>
          <p:cNvPr id="7" name="Rectangle 6">
            <a:extLst>
              <a:ext uri="{FF2B5EF4-FFF2-40B4-BE49-F238E27FC236}">
                <a16:creationId xmlns:a16="http://schemas.microsoft.com/office/drawing/2014/main" id="{275B96C3-9074-4340-92F0-37FA616F668C}"/>
              </a:ext>
            </a:extLst>
          </p:cNvPr>
          <p:cNvSpPr/>
          <p:nvPr userDrawn="1"/>
        </p:nvSpPr>
        <p:spPr>
          <a:xfrm>
            <a:off x="702860" y="0"/>
            <a:ext cx="8441140" cy="61005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2503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30A5838-5A46-3A4E-B9FA-18B56A4EF57B}"/>
              </a:ext>
            </a:extLst>
          </p:cNvPr>
          <p:cNvPicPr>
            <a:picLocks noChangeAspect="1"/>
          </p:cNvPicPr>
          <p:nvPr userDrawn="1"/>
        </p:nvPicPr>
        <p:blipFill rotWithShape="1">
          <a:blip r:embed="rId10"/>
          <a:srcRect t="-262" b="83293"/>
          <a:stretch/>
        </p:blipFill>
        <p:spPr>
          <a:xfrm>
            <a:off x="0" y="156952"/>
            <a:ext cx="9144000" cy="872752"/>
          </a:xfrm>
          <a:prstGeom prst="rect">
            <a:avLst/>
          </a:prstGeom>
        </p:spPr>
      </p:pic>
      <p:pic>
        <p:nvPicPr>
          <p:cNvPr id="3" name="Picture 2">
            <a:extLst>
              <a:ext uri="{FF2B5EF4-FFF2-40B4-BE49-F238E27FC236}">
                <a16:creationId xmlns:a16="http://schemas.microsoft.com/office/drawing/2014/main" id="{1F7E9FF5-0431-EC41-AB9F-EB297D1425D9}"/>
              </a:ext>
            </a:extLst>
          </p:cNvPr>
          <p:cNvPicPr>
            <a:picLocks noChangeAspect="1"/>
          </p:cNvPicPr>
          <p:nvPr userDrawn="1"/>
        </p:nvPicPr>
        <p:blipFill rotWithShape="1">
          <a:blip r:embed="rId10"/>
          <a:srcRect t="83030" b="1325"/>
          <a:stretch/>
        </p:blipFill>
        <p:spPr>
          <a:xfrm>
            <a:off x="0" y="6048914"/>
            <a:ext cx="9144000" cy="804591"/>
          </a:xfrm>
          <a:prstGeom prst="rect">
            <a:avLst/>
          </a:prstGeom>
        </p:spPr>
      </p:pic>
      <p:sp>
        <p:nvSpPr>
          <p:cNvPr id="4" name="Date Placeholder 3">
            <a:extLst>
              <a:ext uri="{FF2B5EF4-FFF2-40B4-BE49-F238E27FC236}">
                <a16:creationId xmlns:a16="http://schemas.microsoft.com/office/drawing/2014/main" id="{DE975A66-0C4D-E74B-A752-506B36EEDEF7}"/>
              </a:ext>
            </a:extLst>
          </p:cNvPr>
          <p:cNvSpPr>
            <a:spLocks noGrp="1"/>
          </p:cNvSpPr>
          <p:nvPr>
            <p:ph type="dt" sz="half" idx="2"/>
          </p:nvPr>
        </p:nvSpPr>
        <p:spPr>
          <a:xfrm>
            <a:off x="7704160" y="6367567"/>
            <a:ext cx="699870" cy="365125"/>
          </a:xfrm>
          <a:prstGeom prst="rect">
            <a:avLst/>
          </a:prstGeom>
        </p:spPr>
        <p:txBody>
          <a:bodyPr vert="horz" lIns="91440" tIns="45720" rIns="91440" bIns="45720" rtlCol="0" anchor="ctr"/>
          <a:lstStyle>
            <a:lvl1pPr algn="r">
              <a:defRPr sz="825" baseline="0">
                <a:solidFill>
                  <a:schemeClr val="tx1"/>
                </a:solidFill>
              </a:defRPr>
            </a:lvl1pPr>
          </a:lstStyle>
          <a:p>
            <a:fld id="{7DE54394-0A55-9E4B-9093-4E3BE26D1CC3}" type="datetimeFigureOut">
              <a:rPr lang="en-US" smtClean="0">
                <a:latin typeface="Helvetica" pitchFamily="2" charset="0"/>
              </a:rPr>
              <a:pPr/>
              <a:t>4/23/2025</a:t>
            </a:fld>
            <a:endParaRPr lang="en-US" dirty="0">
              <a:latin typeface="Helvetica" pitchFamily="2" charset="0"/>
            </a:endParaRPr>
          </a:p>
        </p:txBody>
      </p:sp>
      <p:sp>
        <p:nvSpPr>
          <p:cNvPr id="5" name="Footer Placeholder 4">
            <a:extLst>
              <a:ext uri="{FF2B5EF4-FFF2-40B4-BE49-F238E27FC236}">
                <a16:creationId xmlns:a16="http://schemas.microsoft.com/office/drawing/2014/main" id="{27E37071-1953-F449-9911-5C43C3CE9F5E}"/>
              </a:ext>
            </a:extLst>
          </p:cNvPr>
          <p:cNvSpPr>
            <a:spLocks noGrp="1"/>
          </p:cNvSpPr>
          <p:nvPr>
            <p:ph type="ftr" sz="quarter" idx="3"/>
          </p:nvPr>
        </p:nvSpPr>
        <p:spPr>
          <a:xfrm>
            <a:off x="2292825" y="6367567"/>
            <a:ext cx="5532461" cy="365125"/>
          </a:xfrm>
          <a:prstGeom prst="rect">
            <a:avLst/>
          </a:prstGeom>
        </p:spPr>
        <p:txBody>
          <a:bodyPr vert="horz" lIns="91440" tIns="45720" rIns="91440" bIns="45720" rtlCol="0" anchor="ctr"/>
          <a:lstStyle>
            <a:lvl1pPr algn="ctr">
              <a:defRPr sz="900" b="0" i="0" baseline="0">
                <a:solidFill>
                  <a:schemeClr val="tx1"/>
                </a:solidFill>
                <a:latin typeface="Helvetica" pitchFamily="2" charset="0"/>
              </a:defRPr>
            </a:lvl1pPr>
          </a:lstStyle>
          <a:p>
            <a:r>
              <a:rPr lang="en-US" dirty="0"/>
              <a:t>Add department / title name</a:t>
            </a:r>
          </a:p>
        </p:txBody>
      </p:sp>
      <p:sp>
        <p:nvSpPr>
          <p:cNvPr id="6" name="Slide Number Placeholder 5">
            <a:extLst>
              <a:ext uri="{FF2B5EF4-FFF2-40B4-BE49-F238E27FC236}">
                <a16:creationId xmlns:a16="http://schemas.microsoft.com/office/drawing/2014/main" id="{7604E634-0D26-394D-BB12-B982CDF63771}"/>
              </a:ext>
            </a:extLst>
          </p:cNvPr>
          <p:cNvSpPr>
            <a:spLocks noGrp="1"/>
          </p:cNvSpPr>
          <p:nvPr>
            <p:ph type="sldNum" sz="quarter" idx="4"/>
          </p:nvPr>
        </p:nvSpPr>
        <p:spPr>
          <a:xfrm>
            <a:off x="8433847" y="6367567"/>
            <a:ext cx="345414" cy="365125"/>
          </a:xfrm>
          <a:prstGeom prst="rect">
            <a:avLst/>
          </a:prstGeom>
        </p:spPr>
        <p:txBody>
          <a:bodyPr vert="horz" lIns="91440" tIns="45720" rIns="91440" bIns="45720" rtlCol="0" anchor="ctr"/>
          <a:lstStyle>
            <a:lvl1pPr algn="l">
              <a:defRPr sz="900" b="0" i="0" baseline="0">
                <a:solidFill>
                  <a:schemeClr val="tx1"/>
                </a:solidFill>
                <a:latin typeface="Helvetica" pitchFamily="2" charset="0"/>
              </a:defRPr>
            </a:lvl1pPr>
          </a:lstStyle>
          <a:p>
            <a:fld id="{8A16B8CB-D56F-2744-807F-154426EF1DF6}" type="slidenum">
              <a:rPr lang="en-US" smtClean="0"/>
              <a:pPr/>
              <a:t>‹#›</a:t>
            </a:fld>
            <a:endParaRPr lang="en-US" dirty="0"/>
          </a:p>
        </p:txBody>
      </p:sp>
      <p:sp>
        <p:nvSpPr>
          <p:cNvPr id="13" name="Title Placeholder 12">
            <a:extLst>
              <a:ext uri="{FF2B5EF4-FFF2-40B4-BE49-F238E27FC236}">
                <a16:creationId xmlns:a16="http://schemas.microsoft.com/office/drawing/2014/main" id="{F49C8A26-9D16-E04A-980E-5DD0108FDDB2}"/>
              </a:ext>
            </a:extLst>
          </p:cNvPr>
          <p:cNvSpPr>
            <a:spLocks noGrp="1"/>
          </p:cNvSpPr>
          <p:nvPr>
            <p:ph type="title"/>
          </p:nvPr>
        </p:nvSpPr>
        <p:spPr>
          <a:xfrm>
            <a:off x="988845" y="585442"/>
            <a:ext cx="7886700" cy="4424856"/>
          </a:xfrm>
          <a:prstGeom prst="rect">
            <a:avLst/>
          </a:prstGeom>
        </p:spPr>
        <p:txBody>
          <a:bodyPr vert="horz" lIns="91440" tIns="45720" rIns="91440" bIns="45720" rtlCol="0" anchor="ctr">
            <a:noAutofit/>
          </a:bodyPr>
          <a:lstStyle/>
          <a:p>
            <a:r>
              <a:rPr lang="en-US" dirty="0"/>
              <a:t>Click to edit </a:t>
            </a:r>
            <a:br>
              <a:rPr lang="en-US" dirty="0"/>
            </a:br>
            <a:r>
              <a:rPr lang="en-US" dirty="0"/>
              <a:t>Master title style</a:t>
            </a:r>
          </a:p>
        </p:txBody>
      </p:sp>
      <p:cxnSp>
        <p:nvCxnSpPr>
          <p:cNvPr id="12" name="Straight Connector 11">
            <a:extLst>
              <a:ext uri="{FF2B5EF4-FFF2-40B4-BE49-F238E27FC236}">
                <a16:creationId xmlns:a16="http://schemas.microsoft.com/office/drawing/2014/main" id="{25DF2674-7339-C84F-B2D7-B4544D96B62B}"/>
              </a:ext>
            </a:extLst>
          </p:cNvPr>
          <p:cNvCxnSpPr/>
          <p:nvPr userDrawn="1"/>
        </p:nvCxnSpPr>
        <p:spPr>
          <a:xfrm>
            <a:off x="8410854" y="6367567"/>
            <a:ext cx="0" cy="36512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2">
            <a:extLst>
              <a:ext uri="{FF2B5EF4-FFF2-40B4-BE49-F238E27FC236}">
                <a16:creationId xmlns:a16="http://schemas.microsoft.com/office/drawing/2014/main" id="{CF36C05F-ED3A-A549-A054-FE0517623086}"/>
              </a:ext>
            </a:extLst>
          </p:cNvPr>
          <p:cNvSpPr>
            <a:spLocks noGrp="1"/>
          </p:cNvSpPr>
          <p:nvPr>
            <p:ph type="body" idx="1"/>
          </p:nvPr>
        </p:nvSpPr>
        <p:spPr>
          <a:xfrm>
            <a:off x="988846" y="5127687"/>
            <a:ext cx="7870970" cy="804591"/>
          </a:xfrm>
          <a:prstGeom prst="rect">
            <a:avLst/>
          </a:prstGeom>
        </p:spPr>
        <p:txBody>
          <a:bodyPr vert="horz" lIns="91440" tIns="45720" rIns="91440" bIns="45720" rtlCol="0">
            <a:normAutofit/>
          </a:bodyPr>
          <a:lstStyle/>
          <a:p>
            <a:pPr lvl="0"/>
            <a:r>
              <a:rPr lang="en-US" dirty="0"/>
              <a:t>Click to edit Master text styles</a:t>
            </a:r>
          </a:p>
        </p:txBody>
      </p:sp>
      <p:sp>
        <p:nvSpPr>
          <p:cNvPr id="11" name="Title Placeholder 1">
            <a:extLst>
              <a:ext uri="{FF2B5EF4-FFF2-40B4-BE49-F238E27FC236}">
                <a16:creationId xmlns:a16="http://schemas.microsoft.com/office/drawing/2014/main" id="{7E4F52D9-BA7C-8F40-9FBC-3050B832405F}"/>
              </a:ext>
            </a:extLst>
          </p:cNvPr>
          <p:cNvSpPr txBox="1">
            <a:spLocks/>
          </p:cNvSpPr>
          <p:nvPr userDrawn="1"/>
        </p:nvSpPr>
        <p:spPr>
          <a:xfrm>
            <a:off x="9300946" y="156952"/>
            <a:ext cx="11299785" cy="594601"/>
          </a:xfrm>
          <a:prstGeom prst="rect">
            <a:avLst/>
          </a:prstGeom>
        </p:spPr>
        <p:txBody>
          <a:bodyPr vert="horz" lIns="91440" tIns="45720" rIns="91440" bIns="45720" rtlCol="0" anchor="ctr">
            <a:normAutofit/>
          </a:bodyPr>
          <a:lstStyle>
            <a:lvl1pPr algn="l" defTabSz="685783" rtl="0" eaLnBrk="1" latinLnBrk="0" hangingPunct="1">
              <a:lnSpc>
                <a:spcPct val="90000"/>
              </a:lnSpc>
              <a:spcBef>
                <a:spcPct val="0"/>
              </a:spcBef>
              <a:buNone/>
              <a:defRPr sz="3200" b="0" i="0" kern="1300" cap="none" baseline="0">
                <a:solidFill>
                  <a:schemeClr val="tx1"/>
                </a:solidFill>
                <a:latin typeface="Georgia" panose="02040502050405020303" pitchFamily="18" charset="0"/>
                <a:ea typeface="+mj-ea"/>
                <a:cs typeface="+mj-cs"/>
              </a:defRPr>
            </a:lvl1pPr>
          </a:lstStyle>
          <a:p>
            <a:r>
              <a:rPr lang="en-US" sz="2800" dirty="0"/>
              <a:t>Click to edit title style</a:t>
            </a:r>
          </a:p>
        </p:txBody>
      </p:sp>
      <p:sp>
        <p:nvSpPr>
          <p:cNvPr id="7" name="Rectangle 6">
            <a:extLst>
              <a:ext uri="{FF2B5EF4-FFF2-40B4-BE49-F238E27FC236}">
                <a16:creationId xmlns:a16="http://schemas.microsoft.com/office/drawing/2014/main" id="{4DABA306-3CB3-C947-9F6C-8D2A67AD7BC1}"/>
              </a:ext>
            </a:extLst>
          </p:cNvPr>
          <p:cNvSpPr/>
          <p:nvPr userDrawn="1"/>
        </p:nvSpPr>
        <p:spPr>
          <a:xfrm>
            <a:off x="0" y="-6824"/>
            <a:ext cx="696036" cy="6933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8339818"/>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62" r:id="rId3"/>
    <p:sldLayoutId id="2147483649" r:id="rId4"/>
    <p:sldLayoutId id="2147483652" r:id="rId5"/>
    <p:sldLayoutId id="2147483656" r:id="rId6"/>
    <p:sldLayoutId id="2147483660" r:id="rId7"/>
    <p:sldLayoutId id="2147483659" r:id="rId8"/>
  </p:sldLayoutIdLst>
  <p:txStyles>
    <p:titleStyle>
      <a:lvl1pPr algn="l" defTabSz="685783" rtl="0" eaLnBrk="1" latinLnBrk="0" hangingPunct="1">
        <a:lnSpc>
          <a:spcPct val="90000"/>
        </a:lnSpc>
        <a:spcBef>
          <a:spcPct val="0"/>
        </a:spcBef>
        <a:buNone/>
        <a:defRPr sz="3000" b="0" i="0" kern="1200" cap="none" baseline="0">
          <a:solidFill>
            <a:schemeClr val="bg1"/>
          </a:solidFill>
          <a:latin typeface="Georgia" panose="02040502050405020303" pitchFamily="18" charset="0"/>
          <a:ea typeface="+mj-ea"/>
          <a:cs typeface="+mj-cs"/>
        </a:defRPr>
      </a:lvl1pPr>
    </p:titleStyle>
    <p:bodyStyle>
      <a:lvl1pPr marL="0" indent="0" algn="l" defTabSz="685783" rtl="0" eaLnBrk="1" latinLnBrk="0" hangingPunct="1">
        <a:lnSpc>
          <a:spcPct val="90000"/>
        </a:lnSpc>
        <a:spcBef>
          <a:spcPts val="750"/>
        </a:spcBef>
        <a:buFontTx/>
        <a:buNone/>
        <a:defRPr sz="1800" b="0" i="0" kern="1200" cap="none" baseline="0">
          <a:solidFill>
            <a:schemeClr val="bg1">
              <a:lumMod val="75000"/>
            </a:schemeClr>
          </a:solidFill>
          <a:latin typeface="Georgia" panose="02040502050405020303" pitchFamily="18" charset="0"/>
          <a:ea typeface="+mn-ea"/>
          <a:cs typeface="+mn-cs"/>
        </a:defRPr>
      </a:lvl1pPr>
      <a:lvl2pPr marL="342892" indent="0" algn="ctr" defTabSz="685783" rtl="0" eaLnBrk="1" latinLnBrk="0" hangingPunct="1">
        <a:lnSpc>
          <a:spcPct val="90000"/>
        </a:lnSpc>
        <a:spcBef>
          <a:spcPts val="375"/>
        </a:spcBef>
        <a:buFontTx/>
        <a:buNone/>
        <a:defRPr sz="1800" kern="1200">
          <a:solidFill>
            <a:schemeClr val="bg2"/>
          </a:solidFill>
          <a:latin typeface="+mn-lt"/>
          <a:ea typeface="+mn-ea"/>
          <a:cs typeface="+mn-cs"/>
        </a:defRPr>
      </a:lvl2pPr>
      <a:lvl3pPr marL="685783" indent="0" algn="ctr" defTabSz="685783" rtl="0" eaLnBrk="1" latinLnBrk="0" hangingPunct="1">
        <a:lnSpc>
          <a:spcPct val="90000"/>
        </a:lnSpc>
        <a:spcBef>
          <a:spcPts val="375"/>
        </a:spcBef>
        <a:buFontTx/>
        <a:buNone/>
        <a:defRPr sz="1500" kern="1200">
          <a:solidFill>
            <a:schemeClr val="bg2"/>
          </a:solidFill>
          <a:latin typeface="+mn-lt"/>
          <a:ea typeface="+mn-ea"/>
          <a:cs typeface="+mn-cs"/>
        </a:defRPr>
      </a:lvl3pPr>
      <a:lvl4pPr marL="1028675" indent="0" algn="ctr" defTabSz="685783" rtl="0" eaLnBrk="1" latinLnBrk="0" hangingPunct="1">
        <a:lnSpc>
          <a:spcPct val="90000"/>
        </a:lnSpc>
        <a:spcBef>
          <a:spcPts val="375"/>
        </a:spcBef>
        <a:buFontTx/>
        <a:buNone/>
        <a:defRPr sz="1350" kern="1200">
          <a:solidFill>
            <a:schemeClr val="bg2"/>
          </a:solidFill>
          <a:latin typeface="+mn-lt"/>
          <a:ea typeface="+mn-ea"/>
          <a:cs typeface="+mn-cs"/>
        </a:defRPr>
      </a:lvl4pPr>
      <a:lvl5pPr marL="1371566" indent="0" algn="ctr" defTabSz="685783" rtl="0" eaLnBrk="1" latinLnBrk="0" hangingPunct="1">
        <a:lnSpc>
          <a:spcPct val="90000"/>
        </a:lnSpc>
        <a:spcBef>
          <a:spcPts val="375"/>
        </a:spcBef>
        <a:buFontTx/>
        <a:buNone/>
        <a:defRPr sz="1350" kern="1200">
          <a:solidFill>
            <a:schemeClr val="bg2"/>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2220C-90D8-EE41-8D1B-665F079FB897}"/>
              </a:ext>
            </a:extLst>
          </p:cNvPr>
          <p:cNvSpPr>
            <a:spLocks noGrp="1"/>
          </p:cNvSpPr>
          <p:nvPr>
            <p:ph type="title"/>
          </p:nvPr>
        </p:nvSpPr>
        <p:spPr/>
        <p:txBody>
          <a:bodyPr/>
          <a:lstStyle/>
          <a:p>
            <a:r>
              <a:rPr lang="en-US" dirty="0"/>
              <a:t>Proof of Concept/</a:t>
            </a:r>
            <a:br>
              <a:rPr lang="en-US" dirty="0"/>
            </a:br>
            <a:r>
              <a:rPr lang="en-US" dirty="0"/>
              <a:t>Synthesis &amp; Evaluation</a:t>
            </a:r>
            <a:br>
              <a:rPr lang="en-US" dirty="0"/>
            </a:br>
            <a:r>
              <a:rPr lang="en-US" dirty="0"/>
              <a:t>Model 2</a:t>
            </a:r>
          </a:p>
        </p:txBody>
      </p:sp>
      <p:sp>
        <p:nvSpPr>
          <p:cNvPr id="3" name="Content Placeholder 2">
            <a:extLst>
              <a:ext uri="{FF2B5EF4-FFF2-40B4-BE49-F238E27FC236}">
                <a16:creationId xmlns:a16="http://schemas.microsoft.com/office/drawing/2014/main" id="{4B9CD73D-6429-9D45-BD07-A02790B9C68A}"/>
              </a:ext>
            </a:extLst>
          </p:cNvPr>
          <p:cNvSpPr>
            <a:spLocks noGrp="1"/>
          </p:cNvSpPr>
          <p:nvPr>
            <p:ph idx="1"/>
          </p:nvPr>
        </p:nvSpPr>
        <p:spPr/>
        <p:txBody>
          <a:bodyPr vert="horz" lIns="91440" tIns="45720" rIns="91440" bIns="45720" rtlCol="0" anchor="t">
            <a:normAutofit fontScale="92500" lnSpcReduction="20000"/>
          </a:bodyPr>
          <a:lstStyle/>
          <a:p>
            <a:r>
              <a:rPr lang="en-US" dirty="0">
                <a:latin typeface="Georgia"/>
              </a:rPr>
              <a:t>Student Name: </a:t>
            </a:r>
            <a:r>
              <a:rPr lang="en-US" dirty="0">
                <a:highlight>
                  <a:srgbClr val="FFFF00"/>
                </a:highlight>
                <a:latin typeface="Georgia"/>
              </a:rPr>
              <a:t>Kobe Salyers</a:t>
            </a:r>
            <a:endParaRPr lang="en-US" dirty="0"/>
          </a:p>
          <a:p>
            <a:r>
              <a:rPr lang="en-US" dirty="0"/>
              <a:t>Subsystem: Vision System</a:t>
            </a:r>
          </a:p>
          <a:p>
            <a:r>
              <a:rPr lang="en-US" dirty="0"/>
              <a:t>Team Name: </a:t>
            </a:r>
            <a:r>
              <a:rPr lang="en-US"/>
              <a:t>ChronoCats</a:t>
            </a:r>
            <a:endParaRPr lang="en-US" dirty="0"/>
          </a:p>
        </p:txBody>
      </p:sp>
    </p:spTree>
    <p:extLst>
      <p:ext uri="{BB962C8B-B14F-4D97-AF65-F5344CB8AC3E}">
        <p14:creationId xmlns:p14="http://schemas.microsoft.com/office/powerpoint/2010/main" val="4096497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29D6B-835D-4DF6-ACCE-51F49BE76C61}"/>
              </a:ext>
            </a:extLst>
          </p:cNvPr>
          <p:cNvSpPr>
            <a:spLocks noGrp="1"/>
          </p:cNvSpPr>
          <p:nvPr>
            <p:ph type="title"/>
          </p:nvPr>
        </p:nvSpPr>
        <p:spPr/>
        <p:txBody>
          <a:bodyPr>
            <a:normAutofit fontScale="90000"/>
          </a:bodyPr>
          <a:lstStyle/>
          <a:p>
            <a:r>
              <a:rPr lang="en-US" dirty="0"/>
              <a:t>Synthesis – Modeling Part II</a:t>
            </a:r>
            <a:br>
              <a:rPr lang="en-US" dirty="0"/>
            </a:br>
            <a:r>
              <a:rPr lang="en-US" sz="2200" dirty="0">
                <a:solidFill>
                  <a:schemeClr val="accent1"/>
                </a:solidFill>
              </a:rPr>
              <a:t>Instructions</a:t>
            </a:r>
            <a:endParaRPr lang="en-US" dirty="0">
              <a:solidFill>
                <a:schemeClr val="accent1"/>
              </a:solidFill>
            </a:endParaRPr>
          </a:p>
        </p:txBody>
      </p:sp>
      <p:sp>
        <p:nvSpPr>
          <p:cNvPr id="3" name="Content Placeholder 2">
            <a:extLst>
              <a:ext uri="{FF2B5EF4-FFF2-40B4-BE49-F238E27FC236}">
                <a16:creationId xmlns:a16="http://schemas.microsoft.com/office/drawing/2014/main" id="{3397FD37-4356-40FD-A92F-9B2EC02C9519}"/>
              </a:ext>
            </a:extLst>
          </p:cNvPr>
          <p:cNvSpPr>
            <a:spLocks noGrp="1"/>
          </p:cNvSpPr>
          <p:nvPr>
            <p:ph idx="1"/>
          </p:nvPr>
        </p:nvSpPr>
        <p:spPr>
          <a:xfrm>
            <a:off x="1050878" y="1195295"/>
            <a:ext cx="7728383" cy="5032084"/>
          </a:xfrm>
        </p:spPr>
        <p:txBody>
          <a:bodyPr>
            <a:normAutofit/>
          </a:bodyPr>
          <a:lstStyle/>
          <a:p>
            <a:r>
              <a:rPr lang="en-US" sz="1800" b="1" dirty="0">
                <a:effectLst/>
              </a:rPr>
              <a:t>Find the Model 2 document that is for YOUR subsection on Canvas</a:t>
            </a:r>
            <a:r>
              <a:rPr lang="en-US" sz="1800" dirty="0">
                <a:effectLst/>
              </a:rPr>
              <a:t>. </a:t>
            </a:r>
          </a:p>
          <a:p>
            <a:r>
              <a:rPr lang="en-US" sz="1800" dirty="0">
                <a:effectLst/>
              </a:rPr>
              <a:t>It contains some background and a description of how to do some basic calculations to help further define your design constraints.  At the end of the document is a description of what you will need to upload to this question.  </a:t>
            </a:r>
          </a:p>
          <a:p>
            <a:r>
              <a:rPr lang="en-US" dirty="0"/>
              <a:t>The rubric for this section can be found on the next slide.</a:t>
            </a:r>
          </a:p>
          <a:p>
            <a:r>
              <a:rPr lang="en-US" sz="1800" dirty="0">
                <a:effectLst/>
              </a:rPr>
              <a:t>Complete the modeling and upload the result to the following slide(s).</a:t>
            </a:r>
          </a:p>
          <a:p>
            <a:endParaRPr lang="en-US" dirty="0"/>
          </a:p>
          <a:p>
            <a:endParaRPr lang="en-US" dirty="0"/>
          </a:p>
        </p:txBody>
      </p:sp>
      <p:sp>
        <p:nvSpPr>
          <p:cNvPr id="4" name="TextBox 3">
            <a:extLst>
              <a:ext uri="{FF2B5EF4-FFF2-40B4-BE49-F238E27FC236}">
                <a16:creationId xmlns:a16="http://schemas.microsoft.com/office/drawing/2014/main" id="{E6E541D2-75CD-461F-A18C-377559E9F99C}"/>
              </a:ext>
            </a:extLst>
          </p:cNvPr>
          <p:cNvSpPr txBox="1"/>
          <p:nvPr/>
        </p:nvSpPr>
        <p:spPr>
          <a:xfrm>
            <a:off x="70520" y="1045779"/>
            <a:ext cx="553998" cy="4009695"/>
          </a:xfrm>
          <a:prstGeom prst="rect">
            <a:avLst/>
          </a:prstGeom>
          <a:solidFill>
            <a:schemeClr val="accent3">
              <a:lumMod val="75000"/>
            </a:schemeClr>
          </a:solidFill>
        </p:spPr>
        <p:txBody>
          <a:bodyPr vert="vert270" wrap="square" rtlCol="0">
            <a:spAutoFit/>
          </a:bodyPr>
          <a:lstStyle/>
          <a:p>
            <a:r>
              <a:rPr lang="en-US" sz="2400" dirty="0">
                <a:solidFill>
                  <a:schemeClr val="bg1"/>
                </a:solidFill>
                <a:latin typeface="Georgia" panose="02040502050405020303" pitchFamily="18" charset="0"/>
              </a:rPr>
              <a:t>Synthesis – Modeling Part II</a:t>
            </a:r>
          </a:p>
        </p:txBody>
      </p:sp>
    </p:spTree>
    <p:extLst>
      <p:ext uri="{BB962C8B-B14F-4D97-AF65-F5344CB8AC3E}">
        <p14:creationId xmlns:p14="http://schemas.microsoft.com/office/powerpoint/2010/main" val="649354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BC238-0C2A-4C7B-BECA-F797B4BA434D}"/>
              </a:ext>
            </a:extLst>
          </p:cNvPr>
          <p:cNvSpPr>
            <a:spLocks noGrp="1"/>
          </p:cNvSpPr>
          <p:nvPr>
            <p:ph type="title"/>
          </p:nvPr>
        </p:nvSpPr>
        <p:spPr/>
        <p:txBody>
          <a:bodyPr>
            <a:normAutofit fontScale="90000"/>
          </a:bodyPr>
          <a:lstStyle/>
          <a:p>
            <a:r>
              <a:rPr lang="en-US" dirty="0"/>
              <a:t>Synthesis – Modeling Part II</a:t>
            </a:r>
            <a:br>
              <a:rPr lang="en-US" dirty="0"/>
            </a:br>
            <a:r>
              <a:rPr lang="en-US" sz="2200" dirty="0">
                <a:solidFill>
                  <a:schemeClr val="accent1"/>
                </a:solidFill>
              </a:rPr>
              <a:t>Rubric</a:t>
            </a:r>
            <a:endParaRPr lang="en-US" dirty="0">
              <a:solidFill>
                <a:schemeClr val="accent1"/>
              </a:solidFill>
            </a:endParaRPr>
          </a:p>
        </p:txBody>
      </p:sp>
      <p:sp>
        <p:nvSpPr>
          <p:cNvPr id="3" name="Content Placeholder 2">
            <a:extLst>
              <a:ext uri="{FF2B5EF4-FFF2-40B4-BE49-F238E27FC236}">
                <a16:creationId xmlns:a16="http://schemas.microsoft.com/office/drawing/2014/main" id="{2A6871B8-0D09-4503-B1DF-5CF85DCD0E6B}"/>
              </a:ext>
            </a:extLst>
          </p:cNvPr>
          <p:cNvSpPr>
            <a:spLocks noGrp="1"/>
          </p:cNvSpPr>
          <p:nvPr>
            <p:ph idx="1"/>
          </p:nvPr>
        </p:nvSpPr>
        <p:spPr/>
        <p:txBody>
          <a:bodyPr>
            <a:normAutofit fontScale="92500" lnSpcReduction="10000"/>
          </a:bodyPr>
          <a:lstStyle/>
          <a:p>
            <a:r>
              <a:rPr lang="en-US" sz="1900" b="1" dirty="0">
                <a:effectLst/>
              </a:rPr>
              <a:t>RUBRIC:</a:t>
            </a:r>
            <a:endParaRPr lang="en-US" sz="1900" dirty="0"/>
          </a:p>
          <a:p>
            <a:pPr marR="0" lvl="0" indent="-457200">
              <a:lnSpc>
                <a:spcPct val="110000"/>
              </a:lnSpc>
              <a:spcBef>
                <a:spcPts val="0"/>
              </a:spcBef>
            </a:pPr>
            <a:r>
              <a:rPr lang="en-US" sz="1700" b="1" dirty="0">
                <a:effectLst/>
                <a:latin typeface="Georgia"/>
              </a:rPr>
              <a:t>Game Structure:</a:t>
            </a:r>
            <a:r>
              <a:rPr lang="en-US" sz="1700" dirty="0">
                <a:effectLst/>
                <a:latin typeface="Georgia"/>
              </a:rPr>
              <a:t> </a:t>
            </a:r>
            <a:r>
              <a:rPr lang="en-US" sz="1700" kern="100" dirty="0">
                <a:effectLst/>
                <a:ea typeface="Aptos" panose="020B0004020202020204" pitchFamily="34" charset="0"/>
                <a:cs typeface="Times New Roman" panose="02020603050405020304" pitchFamily="18" charset="0"/>
              </a:rPr>
              <a:t>The table of the items that will be in the rotating subassembly, and the mass of each.(5pts) The radius you have selected for your “rotation circle” where you will measure the torque. (5pts) The torque calculation showing that your design meets the torque limitations of your stepper motor. (5pts)</a:t>
            </a:r>
            <a:endParaRPr lang="en-US" sz="1700" kern="100" dirty="0">
              <a:ea typeface="Aptos" panose="020B0004020202020204" pitchFamily="34" charset="0"/>
              <a:cs typeface="Times New Roman" panose="02020603050405020304" pitchFamily="18" charset="0"/>
            </a:endParaRPr>
          </a:p>
          <a:p>
            <a:pPr marR="0" lvl="0" indent="-457200">
              <a:lnSpc>
                <a:spcPct val="110000"/>
              </a:lnSpc>
              <a:spcBef>
                <a:spcPts val="0"/>
              </a:spcBef>
            </a:pPr>
            <a:r>
              <a:rPr lang="en-US" sz="1700" b="1" dirty="0">
                <a:effectLst/>
              </a:rPr>
              <a:t>Vision System:</a:t>
            </a:r>
            <a:r>
              <a:rPr lang="en-US" sz="1700" dirty="0">
                <a:effectLst/>
              </a:rPr>
              <a:t> </a:t>
            </a:r>
            <a:r>
              <a:rPr lang="en-US" sz="1700" kern="100" dirty="0">
                <a:effectLst/>
                <a:ea typeface="Aptos" panose="020B0004020202020204" pitchFamily="34" charset="0"/>
                <a:cs typeface="Times New Roman" panose="02020603050405020304" pitchFamily="18" charset="0"/>
              </a:rPr>
              <a:t>The initial image taken of dice on a plain background, before cropping (2 pts)  The spreadsheet created by inspecting the image for RGB values (3pts) The final black and white processed, cropped image with one white blob for each dot on the dice face (5pts) The bounding box for that processed image (5pts)</a:t>
            </a:r>
          </a:p>
          <a:p>
            <a:pPr algn="l"/>
            <a:r>
              <a:rPr lang="en-US" sz="1700" b="1" dirty="0">
                <a:effectLst/>
                <a:latin typeface="Georgia"/>
              </a:rPr>
              <a:t>Game Piece Mover</a:t>
            </a:r>
            <a:r>
              <a:rPr lang="en-US" sz="1700" b="1" dirty="0">
                <a:effectLst/>
              </a:rPr>
              <a:t>:</a:t>
            </a:r>
            <a:r>
              <a:rPr lang="en-US" sz="1700" dirty="0">
                <a:effectLst/>
              </a:rPr>
              <a:t> </a:t>
            </a:r>
            <a:r>
              <a:rPr lang="en-US" sz="1700" dirty="0">
                <a:effectLst/>
                <a:ea typeface="Aptos" panose="020B0004020202020204" pitchFamily="34" charset="0"/>
                <a:cs typeface="Times New Roman" panose="02020603050405020304" pitchFamily="18" charset="0"/>
              </a:rPr>
              <a:t>An image of the initial sketch of your end effector and a written description of how you expect it to work </a:t>
            </a:r>
            <a:r>
              <a:rPr lang="en-US" sz="1700" dirty="0">
                <a:effectLst/>
              </a:rPr>
              <a:t>(3 pts), </a:t>
            </a:r>
            <a:r>
              <a:rPr lang="en-US" sz="1700" dirty="0">
                <a:effectLst/>
                <a:ea typeface="Aptos" panose="020B0004020202020204" pitchFamily="34" charset="0"/>
                <a:cs typeface="Times New Roman" panose="02020603050405020304" pitchFamily="18" charset="0"/>
              </a:rPr>
              <a:t>A side view of your game piece design with vertical dimensions. </a:t>
            </a:r>
            <a:r>
              <a:rPr lang="en-US" sz="1700" dirty="0">
                <a:effectLst/>
              </a:rPr>
              <a:t>(3 pts) </a:t>
            </a:r>
            <a:r>
              <a:rPr lang="en-US" sz="1800" dirty="0">
                <a:effectLst/>
                <a:ea typeface="Aptos" panose="020B0004020202020204" pitchFamily="34" charset="0"/>
                <a:cs typeface="Times New Roman" panose="02020603050405020304" pitchFamily="18" charset="0"/>
              </a:rPr>
              <a:t>The needed extra clearance for a square game piece due to swap(2 pts) A screenshot of a solid model in </a:t>
            </a:r>
            <a:r>
              <a:rPr lang="en-US" sz="1800" dirty="0" err="1">
                <a:effectLst/>
                <a:ea typeface="Aptos" panose="020B0004020202020204" pitchFamily="34" charset="0"/>
                <a:cs typeface="Times New Roman" panose="02020603050405020304" pitchFamily="18" charset="0"/>
              </a:rPr>
              <a:t>OnShape</a:t>
            </a:r>
            <a:r>
              <a:rPr lang="en-US" sz="1800" dirty="0">
                <a:effectLst/>
                <a:ea typeface="Aptos" panose="020B0004020202020204" pitchFamily="34" charset="0"/>
                <a:cs typeface="Times New Roman" panose="02020603050405020304" pitchFamily="18" charset="0"/>
              </a:rPr>
              <a:t> of your game piece (7 pts)</a:t>
            </a:r>
            <a:endParaRPr lang="en-US" sz="1700" dirty="0">
              <a:effectLst/>
            </a:endParaRPr>
          </a:p>
          <a:p>
            <a:r>
              <a:rPr lang="en-US" sz="1700" b="1" dirty="0">
                <a:latin typeface="Georgia"/>
              </a:rPr>
              <a:t>Game Board</a:t>
            </a:r>
            <a:r>
              <a:rPr lang="en-US" sz="1700" b="1" dirty="0">
                <a:effectLst/>
                <a:latin typeface="Georgia"/>
              </a:rPr>
              <a:t>:</a:t>
            </a:r>
            <a:r>
              <a:rPr lang="en-US" sz="1700" dirty="0">
                <a:effectLst/>
                <a:latin typeface="Georgia"/>
              </a:rPr>
              <a:t> Torque calculated for swap feature (5 points),  Design of dump feature (5 points</a:t>
            </a:r>
            <a:r>
              <a:rPr lang="en-US" sz="1700" dirty="0">
                <a:effectLst/>
              </a:rPr>
              <a:t>) </a:t>
            </a:r>
            <a:r>
              <a:rPr lang="en-US" sz="1800" kern="100" dirty="0">
                <a:effectLst/>
                <a:ea typeface="Aptos" panose="020B0004020202020204" pitchFamily="34" charset="0"/>
                <a:cs typeface="Times New Roman" panose="02020603050405020304" pitchFamily="18" charset="0"/>
              </a:rPr>
              <a:t>Torque calculation for dump feature. (5pts)</a:t>
            </a:r>
          </a:p>
          <a:p>
            <a:endParaRPr lang="en-US" sz="1700" dirty="0">
              <a:effectLst/>
              <a:latin typeface="Georgia"/>
            </a:endParaRPr>
          </a:p>
          <a:p>
            <a:pPr algn="l"/>
            <a:r>
              <a:rPr lang="en-US" sz="1700" b="1" dirty="0">
                <a:effectLst/>
              </a:rPr>
              <a:t>Code: </a:t>
            </a:r>
            <a:r>
              <a:rPr lang="en-US" sz="1800" dirty="0">
                <a:effectLst/>
                <a:latin typeface="Aptos" panose="020B0004020202020204" pitchFamily="34" charset="0"/>
                <a:ea typeface="Aptos" panose="020B0004020202020204" pitchFamily="34" charset="0"/>
                <a:cs typeface="Times New Roman" panose="02020603050405020304" pitchFamily="18" charset="0"/>
              </a:rPr>
              <a:t>Image of your App Code showing changes that you made to match team’s game play design </a:t>
            </a:r>
            <a:r>
              <a:rPr lang="en-US" sz="1700" dirty="0"/>
              <a:t>(8 points). </a:t>
            </a:r>
            <a:r>
              <a:rPr lang="en-US" sz="1700" dirty="0">
                <a:effectLst/>
              </a:rPr>
              <a:t>Excel graph with calculations for step size (</a:t>
            </a:r>
            <a:r>
              <a:rPr lang="en-US" sz="1700" dirty="0"/>
              <a:t>7</a:t>
            </a:r>
            <a:r>
              <a:rPr lang="en-US" sz="1700" dirty="0">
                <a:effectLst/>
              </a:rPr>
              <a:t> points)</a:t>
            </a:r>
            <a:endParaRPr lang="en-US" dirty="0"/>
          </a:p>
        </p:txBody>
      </p:sp>
      <p:sp>
        <p:nvSpPr>
          <p:cNvPr id="4" name="TextBox 3">
            <a:extLst>
              <a:ext uri="{FF2B5EF4-FFF2-40B4-BE49-F238E27FC236}">
                <a16:creationId xmlns:a16="http://schemas.microsoft.com/office/drawing/2014/main" id="{06A93F52-2161-414F-9080-6A31EC0D9AD8}"/>
              </a:ext>
            </a:extLst>
          </p:cNvPr>
          <p:cNvSpPr txBox="1"/>
          <p:nvPr/>
        </p:nvSpPr>
        <p:spPr>
          <a:xfrm>
            <a:off x="70520" y="1045779"/>
            <a:ext cx="553998" cy="4009695"/>
          </a:xfrm>
          <a:prstGeom prst="rect">
            <a:avLst/>
          </a:prstGeom>
          <a:solidFill>
            <a:schemeClr val="accent3">
              <a:lumMod val="75000"/>
            </a:schemeClr>
          </a:solidFill>
        </p:spPr>
        <p:txBody>
          <a:bodyPr vert="vert270" wrap="square" rtlCol="0">
            <a:spAutoFit/>
          </a:bodyPr>
          <a:lstStyle/>
          <a:p>
            <a:r>
              <a:rPr lang="en-US" sz="2400" dirty="0">
                <a:solidFill>
                  <a:schemeClr val="bg1"/>
                </a:solidFill>
                <a:latin typeface="Georgia" panose="02040502050405020303" pitchFamily="18" charset="0"/>
              </a:rPr>
              <a:t>Synthesis – Modeling Part II</a:t>
            </a:r>
          </a:p>
        </p:txBody>
      </p:sp>
    </p:spTree>
    <p:extLst>
      <p:ext uri="{BB962C8B-B14F-4D97-AF65-F5344CB8AC3E}">
        <p14:creationId xmlns:p14="http://schemas.microsoft.com/office/powerpoint/2010/main" val="4075856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2E4017-729E-7F40-8D80-93D19605202F}"/>
              </a:ext>
            </a:extLst>
          </p:cNvPr>
          <p:cNvSpPr>
            <a:spLocks noGrp="1"/>
          </p:cNvSpPr>
          <p:nvPr>
            <p:ph type="title"/>
          </p:nvPr>
        </p:nvSpPr>
        <p:spPr/>
        <p:txBody>
          <a:bodyPr/>
          <a:lstStyle/>
          <a:p>
            <a:r>
              <a:rPr lang="en-US" dirty="0"/>
              <a:t>Synthesis – Modeling Part II</a:t>
            </a:r>
          </a:p>
        </p:txBody>
      </p:sp>
      <p:pic>
        <p:nvPicPr>
          <p:cNvPr id="3" name="Content Placeholder 2" descr="A dice on a white surface&#10;&#10;AI-generated content may be incorrect.">
            <a:extLst>
              <a:ext uri="{FF2B5EF4-FFF2-40B4-BE49-F238E27FC236}">
                <a16:creationId xmlns:a16="http://schemas.microsoft.com/office/drawing/2014/main" id="{AA763382-D974-4438-4825-38E663D790C1}"/>
              </a:ext>
            </a:extLst>
          </p:cNvPr>
          <p:cNvPicPr>
            <a:picLocks noGrp="1" noChangeAspect="1"/>
          </p:cNvPicPr>
          <p:nvPr>
            <p:ph idx="1"/>
          </p:nvPr>
        </p:nvPicPr>
        <p:blipFill>
          <a:blip r:embed="rId2"/>
          <a:stretch>
            <a:fillRect/>
          </a:stretch>
        </p:blipFill>
        <p:spPr>
          <a:xfrm>
            <a:off x="1049422" y="1112261"/>
            <a:ext cx="4303974" cy="3604921"/>
          </a:xfrm>
        </p:spPr>
      </p:pic>
      <p:sp>
        <p:nvSpPr>
          <p:cNvPr id="6" name="TextBox 5">
            <a:extLst>
              <a:ext uri="{FF2B5EF4-FFF2-40B4-BE49-F238E27FC236}">
                <a16:creationId xmlns:a16="http://schemas.microsoft.com/office/drawing/2014/main" id="{43526969-0EEE-40AE-A12E-047C3880A938}"/>
              </a:ext>
            </a:extLst>
          </p:cNvPr>
          <p:cNvSpPr txBox="1"/>
          <p:nvPr/>
        </p:nvSpPr>
        <p:spPr>
          <a:xfrm>
            <a:off x="70520" y="1045779"/>
            <a:ext cx="553998" cy="4009695"/>
          </a:xfrm>
          <a:prstGeom prst="rect">
            <a:avLst/>
          </a:prstGeom>
          <a:solidFill>
            <a:schemeClr val="accent3">
              <a:lumMod val="75000"/>
            </a:schemeClr>
          </a:solidFill>
        </p:spPr>
        <p:txBody>
          <a:bodyPr vert="vert270" wrap="square" rtlCol="0">
            <a:spAutoFit/>
          </a:bodyPr>
          <a:lstStyle/>
          <a:p>
            <a:r>
              <a:rPr lang="en-US" sz="2400" dirty="0">
                <a:solidFill>
                  <a:schemeClr val="bg1"/>
                </a:solidFill>
                <a:latin typeface="Georgia" panose="02040502050405020303" pitchFamily="18" charset="0"/>
              </a:rPr>
              <a:t>Synthesis – Modeling Part II</a:t>
            </a:r>
          </a:p>
        </p:txBody>
      </p:sp>
      <p:sp>
        <p:nvSpPr>
          <p:cNvPr id="7" name="TextBox 6">
            <a:extLst>
              <a:ext uri="{FF2B5EF4-FFF2-40B4-BE49-F238E27FC236}">
                <a16:creationId xmlns:a16="http://schemas.microsoft.com/office/drawing/2014/main" id="{F58F1C1B-AC0C-3C4E-285A-856653061C4D}"/>
              </a:ext>
            </a:extLst>
          </p:cNvPr>
          <p:cNvSpPr txBox="1"/>
          <p:nvPr/>
        </p:nvSpPr>
        <p:spPr>
          <a:xfrm>
            <a:off x="5652656" y="1371600"/>
            <a:ext cx="3225338" cy="1754326"/>
          </a:xfrm>
          <a:prstGeom prst="rect">
            <a:avLst/>
          </a:prstGeom>
          <a:noFill/>
        </p:spPr>
        <p:txBody>
          <a:bodyPr wrap="square" rtlCol="0">
            <a:spAutoFit/>
          </a:bodyPr>
          <a:lstStyle/>
          <a:p>
            <a:r>
              <a:rPr lang="en-US" kern="100" dirty="0">
                <a:ea typeface="Aptos" panose="020B0004020202020204" pitchFamily="34" charset="0"/>
                <a:cs typeface="Times New Roman" panose="02020603050405020304" pitchFamily="18" charset="0"/>
              </a:rPr>
              <a:t>I</a:t>
            </a:r>
            <a:r>
              <a:rPr lang="en-US" sz="1800" kern="100" dirty="0">
                <a:effectLst/>
                <a:ea typeface="Aptos" panose="020B0004020202020204" pitchFamily="34" charset="0"/>
                <a:cs typeface="Times New Roman" panose="02020603050405020304" pitchFamily="18" charset="0"/>
              </a:rPr>
              <a:t>nitial image taken of dice on a plain </a:t>
            </a:r>
            <a:r>
              <a:rPr lang="en-US" kern="100" dirty="0">
                <a:ea typeface="Aptos" panose="020B0004020202020204" pitchFamily="34" charset="0"/>
                <a:cs typeface="Times New Roman" panose="02020603050405020304" pitchFamily="18" charset="0"/>
              </a:rPr>
              <a:t>white </a:t>
            </a:r>
            <a:r>
              <a:rPr lang="en-US" sz="1800" kern="100" dirty="0">
                <a:effectLst/>
                <a:ea typeface="Aptos" panose="020B0004020202020204" pitchFamily="34" charset="0"/>
                <a:cs typeface="Times New Roman" panose="02020603050405020304" pitchFamily="18" charset="0"/>
              </a:rPr>
              <a:t>background, before cropping. White is the easiest color to work with here since it has the most contrast from black.</a:t>
            </a:r>
            <a:endParaRPr lang="en-US" dirty="0"/>
          </a:p>
        </p:txBody>
      </p:sp>
    </p:spTree>
    <p:extLst>
      <p:ext uri="{BB962C8B-B14F-4D97-AF65-F5344CB8AC3E}">
        <p14:creationId xmlns:p14="http://schemas.microsoft.com/office/powerpoint/2010/main" val="40518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17659-F025-6C98-BB94-94737F4A8002}"/>
              </a:ext>
            </a:extLst>
          </p:cNvPr>
          <p:cNvSpPr>
            <a:spLocks noGrp="1"/>
          </p:cNvSpPr>
          <p:nvPr>
            <p:ph type="title"/>
          </p:nvPr>
        </p:nvSpPr>
        <p:spPr/>
        <p:txBody>
          <a:bodyPr/>
          <a:lstStyle/>
          <a:p>
            <a:r>
              <a:rPr lang="en-US" dirty="0"/>
              <a:t>Synthesis – Modeling Part II</a:t>
            </a:r>
          </a:p>
        </p:txBody>
      </p:sp>
      <p:sp>
        <p:nvSpPr>
          <p:cNvPr id="3" name="Content Placeholder 2">
            <a:extLst>
              <a:ext uri="{FF2B5EF4-FFF2-40B4-BE49-F238E27FC236}">
                <a16:creationId xmlns:a16="http://schemas.microsoft.com/office/drawing/2014/main" id="{5923097E-75D3-126F-29C9-6A75EA52CD39}"/>
              </a:ext>
            </a:extLst>
          </p:cNvPr>
          <p:cNvSpPr>
            <a:spLocks noGrp="1"/>
          </p:cNvSpPr>
          <p:nvPr>
            <p:ph idx="1"/>
          </p:nvPr>
        </p:nvSpPr>
        <p:spPr/>
        <p:txBody>
          <a:bodyPr/>
          <a:lstStyle/>
          <a:p>
            <a:r>
              <a:rPr lang="en-US" sz="1800" kern="100" dirty="0">
                <a:effectLst/>
                <a:ea typeface="Aptos" panose="020B0004020202020204" pitchFamily="34" charset="0"/>
                <a:cs typeface="Times New Roman" panose="02020603050405020304" pitchFamily="18" charset="0"/>
              </a:rPr>
              <a:t>The spreadsheet created by inspecting the image for RGB values.</a:t>
            </a:r>
            <a:endParaRPr lang="en-US" dirty="0"/>
          </a:p>
        </p:txBody>
      </p:sp>
      <p:pic>
        <p:nvPicPr>
          <p:cNvPr id="5" name="Picture 4" descr="A screenshot of a table&#10;&#10;AI-generated content may be incorrect.">
            <a:extLst>
              <a:ext uri="{FF2B5EF4-FFF2-40B4-BE49-F238E27FC236}">
                <a16:creationId xmlns:a16="http://schemas.microsoft.com/office/drawing/2014/main" id="{F774441D-3FE1-F86D-C1D4-C1C828E276D2}"/>
              </a:ext>
            </a:extLst>
          </p:cNvPr>
          <p:cNvPicPr>
            <a:picLocks noChangeAspect="1"/>
          </p:cNvPicPr>
          <p:nvPr/>
        </p:nvPicPr>
        <p:blipFill>
          <a:blip r:embed="rId2"/>
          <a:stretch>
            <a:fillRect/>
          </a:stretch>
        </p:blipFill>
        <p:spPr>
          <a:xfrm>
            <a:off x="1186344" y="1705362"/>
            <a:ext cx="4570989" cy="4158752"/>
          </a:xfrm>
          <a:prstGeom prst="rect">
            <a:avLst/>
          </a:prstGeom>
        </p:spPr>
      </p:pic>
    </p:spTree>
    <p:extLst>
      <p:ext uri="{BB962C8B-B14F-4D97-AF65-F5344CB8AC3E}">
        <p14:creationId xmlns:p14="http://schemas.microsoft.com/office/powerpoint/2010/main" val="242601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and white image of a number&#10;&#10;AI-generated content may be incorrect.">
            <a:extLst>
              <a:ext uri="{FF2B5EF4-FFF2-40B4-BE49-F238E27FC236}">
                <a16:creationId xmlns:a16="http://schemas.microsoft.com/office/drawing/2014/main" id="{C8813086-FEE6-E19D-7942-14D6DE1484FD}"/>
              </a:ext>
            </a:extLst>
          </p:cNvPr>
          <p:cNvPicPr>
            <a:picLocks noChangeAspect="1"/>
          </p:cNvPicPr>
          <p:nvPr/>
        </p:nvPicPr>
        <p:blipFill>
          <a:blip r:embed="rId2"/>
          <a:srcRect l="20671" t="11628" r="21290" b="32639"/>
          <a:stretch/>
        </p:blipFill>
        <p:spPr>
          <a:xfrm>
            <a:off x="2113262" y="2311400"/>
            <a:ext cx="6049812" cy="3776134"/>
          </a:xfrm>
          <a:prstGeom prst="rect">
            <a:avLst/>
          </a:prstGeom>
          <a:noFill/>
        </p:spPr>
      </p:pic>
      <p:sp>
        <p:nvSpPr>
          <p:cNvPr id="3" name="Content Placeholder 2">
            <a:extLst>
              <a:ext uri="{FF2B5EF4-FFF2-40B4-BE49-F238E27FC236}">
                <a16:creationId xmlns:a16="http://schemas.microsoft.com/office/drawing/2014/main" id="{5BDA7945-0389-F59C-36DD-5B9D7F02AA6D}"/>
              </a:ext>
            </a:extLst>
          </p:cNvPr>
          <p:cNvSpPr>
            <a:spLocks noGrp="1"/>
          </p:cNvSpPr>
          <p:nvPr>
            <p:ph sz="half" idx="2"/>
          </p:nvPr>
        </p:nvSpPr>
        <p:spPr>
          <a:xfrm>
            <a:off x="3182957" y="1362654"/>
            <a:ext cx="3910423" cy="4287519"/>
          </a:xfrm>
        </p:spPr>
        <p:txBody>
          <a:bodyPr>
            <a:normAutofit/>
          </a:bodyPr>
          <a:lstStyle/>
          <a:p>
            <a:r>
              <a:rPr lang="en-US" kern="100">
                <a:effectLst/>
              </a:rPr>
              <a:t>The final black and white processed, cropped image with one white blob for each dot on the dice face</a:t>
            </a:r>
            <a:endParaRPr lang="en-US" dirty="0"/>
          </a:p>
        </p:txBody>
      </p:sp>
      <p:sp>
        <p:nvSpPr>
          <p:cNvPr id="2" name="Title 1">
            <a:extLst>
              <a:ext uri="{FF2B5EF4-FFF2-40B4-BE49-F238E27FC236}">
                <a16:creationId xmlns:a16="http://schemas.microsoft.com/office/drawing/2014/main" id="{F9E7180C-0FB1-DE56-2AF3-B65654A838D4}"/>
              </a:ext>
            </a:extLst>
          </p:cNvPr>
          <p:cNvSpPr>
            <a:spLocks noGrp="1"/>
          </p:cNvSpPr>
          <p:nvPr>
            <p:ph type="title"/>
          </p:nvPr>
        </p:nvSpPr>
        <p:spPr>
          <a:xfrm>
            <a:off x="900750" y="177423"/>
            <a:ext cx="8474839" cy="594601"/>
          </a:xfrm>
        </p:spPr>
        <p:txBody>
          <a:bodyPr anchor="ctr">
            <a:normAutofit/>
          </a:bodyPr>
          <a:lstStyle/>
          <a:p>
            <a:r>
              <a:rPr lang="en-US" dirty="0"/>
              <a:t>Synthesis – Modeling Part II</a:t>
            </a:r>
          </a:p>
        </p:txBody>
      </p:sp>
    </p:spTree>
    <p:extLst>
      <p:ext uri="{BB962C8B-B14F-4D97-AF65-F5344CB8AC3E}">
        <p14:creationId xmlns:p14="http://schemas.microsoft.com/office/powerpoint/2010/main" val="3773172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EECC17-EC67-B806-403F-F1E4D2C6DCA2}"/>
              </a:ext>
            </a:extLst>
          </p:cNvPr>
          <p:cNvSpPr>
            <a:spLocks noGrp="1"/>
          </p:cNvSpPr>
          <p:nvPr>
            <p:ph sz="half" idx="1"/>
          </p:nvPr>
        </p:nvSpPr>
        <p:spPr>
          <a:xfrm>
            <a:off x="977522" y="1362654"/>
            <a:ext cx="3054152" cy="4287518"/>
          </a:xfrm>
        </p:spPr>
        <p:txBody>
          <a:bodyPr>
            <a:normAutofit/>
          </a:bodyPr>
          <a:lstStyle/>
          <a:p>
            <a:r>
              <a:rPr lang="en-US" kern="100" dirty="0">
                <a:effectLst/>
              </a:rPr>
              <a:t>The bounding box for the  processed image. 6 rows for 6 dots on the dice.</a:t>
            </a:r>
            <a:endParaRPr lang="en-US" dirty="0"/>
          </a:p>
        </p:txBody>
      </p:sp>
      <p:pic>
        <p:nvPicPr>
          <p:cNvPr id="5" name="Picture 4" descr="A screenshot of a spreadsheet&#10;&#10;AI-generated content may be incorrect.">
            <a:extLst>
              <a:ext uri="{FF2B5EF4-FFF2-40B4-BE49-F238E27FC236}">
                <a16:creationId xmlns:a16="http://schemas.microsoft.com/office/drawing/2014/main" id="{33F7C356-3EA4-E074-5CE4-4536580664E0}"/>
              </a:ext>
            </a:extLst>
          </p:cNvPr>
          <p:cNvPicPr>
            <a:picLocks noChangeAspect="1"/>
          </p:cNvPicPr>
          <p:nvPr/>
        </p:nvPicPr>
        <p:blipFill>
          <a:blip r:embed="rId2"/>
          <a:srcRect l="7017" r="14093" b="3"/>
          <a:stretch/>
        </p:blipFill>
        <p:spPr>
          <a:xfrm>
            <a:off x="4572000" y="1362654"/>
            <a:ext cx="3910423" cy="4287519"/>
          </a:xfrm>
          <a:prstGeom prst="rect">
            <a:avLst/>
          </a:prstGeom>
          <a:noFill/>
        </p:spPr>
      </p:pic>
      <p:sp>
        <p:nvSpPr>
          <p:cNvPr id="2" name="Title 1">
            <a:extLst>
              <a:ext uri="{FF2B5EF4-FFF2-40B4-BE49-F238E27FC236}">
                <a16:creationId xmlns:a16="http://schemas.microsoft.com/office/drawing/2014/main" id="{5DC9F2EC-392B-E54B-8C54-A69165BE49DE}"/>
              </a:ext>
            </a:extLst>
          </p:cNvPr>
          <p:cNvSpPr>
            <a:spLocks noGrp="1"/>
          </p:cNvSpPr>
          <p:nvPr>
            <p:ph type="title"/>
          </p:nvPr>
        </p:nvSpPr>
        <p:spPr>
          <a:xfrm>
            <a:off x="900750" y="177423"/>
            <a:ext cx="8474839" cy="594601"/>
          </a:xfrm>
        </p:spPr>
        <p:txBody>
          <a:bodyPr anchor="ctr">
            <a:normAutofit/>
          </a:bodyPr>
          <a:lstStyle/>
          <a:p>
            <a:r>
              <a:rPr lang="en-US" dirty="0"/>
              <a:t>Synthesis – Modeling Part II</a:t>
            </a:r>
          </a:p>
        </p:txBody>
      </p:sp>
    </p:spTree>
    <p:extLst>
      <p:ext uri="{BB962C8B-B14F-4D97-AF65-F5344CB8AC3E}">
        <p14:creationId xmlns:p14="http://schemas.microsoft.com/office/powerpoint/2010/main" val="3043308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163DC-4E20-4AA5-B806-E6E94074DEE6}"/>
              </a:ext>
            </a:extLst>
          </p:cNvPr>
          <p:cNvSpPr>
            <a:spLocks noGrp="1"/>
          </p:cNvSpPr>
          <p:nvPr>
            <p:ph type="title"/>
          </p:nvPr>
        </p:nvSpPr>
        <p:spPr/>
        <p:txBody>
          <a:bodyPr>
            <a:normAutofit fontScale="90000"/>
          </a:bodyPr>
          <a:lstStyle/>
          <a:p>
            <a:r>
              <a:rPr lang="en-US" dirty="0"/>
              <a:t>Evaluation 2 – Analysis from Modeling</a:t>
            </a:r>
            <a:br>
              <a:rPr lang="en-US" dirty="0"/>
            </a:br>
            <a:r>
              <a:rPr lang="en-US" sz="2200" dirty="0">
                <a:solidFill>
                  <a:schemeClr val="accent1"/>
                </a:solidFill>
              </a:rPr>
              <a:t>Instructions</a:t>
            </a:r>
            <a:endParaRPr lang="en-US" dirty="0">
              <a:solidFill>
                <a:schemeClr val="accent1"/>
              </a:solidFill>
            </a:endParaRPr>
          </a:p>
        </p:txBody>
      </p:sp>
      <p:sp>
        <p:nvSpPr>
          <p:cNvPr id="3" name="Content Placeholder 2">
            <a:extLst>
              <a:ext uri="{FF2B5EF4-FFF2-40B4-BE49-F238E27FC236}">
                <a16:creationId xmlns:a16="http://schemas.microsoft.com/office/drawing/2014/main" id="{8C1B4947-8160-4914-BAE2-FA6E5C16D2CF}"/>
              </a:ext>
            </a:extLst>
          </p:cNvPr>
          <p:cNvSpPr>
            <a:spLocks noGrp="1"/>
          </p:cNvSpPr>
          <p:nvPr>
            <p:ph idx="1"/>
          </p:nvPr>
        </p:nvSpPr>
        <p:spPr/>
        <p:txBody>
          <a:bodyPr/>
          <a:lstStyle/>
          <a:p>
            <a:pPr algn="l"/>
            <a:r>
              <a:rPr lang="en-US" sz="1800" dirty="0">
                <a:effectLst/>
              </a:rPr>
              <a:t>You just completed your second model which should help you define what your "design space" is - it helps you put numerical limits on your design to make your first actual build or process more likely to succeed.  </a:t>
            </a:r>
            <a:endParaRPr lang="en-US" dirty="0">
              <a:effectLst/>
            </a:endParaRPr>
          </a:p>
          <a:p>
            <a:pPr algn="l"/>
            <a:r>
              <a:rPr lang="en-US" sz="1800" dirty="0">
                <a:effectLst/>
              </a:rPr>
              <a:t>When you completed each model, there was a result - and after completing the second modeling activity there was an </a:t>
            </a:r>
            <a:r>
              <a:rPr lang="en-US" sz="1800" i="1" dirty="0">
                <a:effectLst/>
              </a:rPr>
              <a:t>analysis hint</a:t>
            </a:r>
            <a:r>
              <a:rPr lang="en-US" sz="1800" dirty="0">
                <a:effectLst/>
              </a:rPr>
              <a:t>.  </a:t>
            </a:r>
          </a:p>
          <a:p>
            <a:pPr algn="l"/>
            <a:r>
              <a:rPr lang="en-US" sz="1800" dirty="0">
                <a:effectLst/>
              </a:rPr>
              <a:t>In paragraph form, describe your ANALYSIS of those two results.  The hints should help you focus your thought about what the results mean for your design</a:t>
            </a:r>
          </a:p>
          <a:p>
            <a:pPr marL="342900" indent="-342900" algn="l">
              <a:buFont typeface="+mj-lt"/>
              <a:buAutoNum type="arabicPeriod"/>
            </a:pPr>
            <a:endParaRPr lang="en-US" dirty="0"/>
          </a:p>
          <a:p>
            <a:pPr marL="342900" indent="-342900" algn="l">
              <a:buFont typeface="+mj-lt"/>
              <a:buAutoNum type="arabicPeriod"/>
            </a:pPr>
            <a:endParaRPr lang="en-US" dirty="0">
              <a:effectLst/>
            </a:endParaRPr>
          </a:p>
          <a:p>
            <a:pPr algn="l"/>
            <a:r>
              <a:rPr lang="en-US" dirty="0"/>
              <a:t>You can find the rubric for this section on the next slide.</a:t>
            </a:r>
            <a:endParaRPr lang="en-US" dirty="0">
              <a:effectLst/>
            </a:endParaRPr>
          </a:p>
          <a:p>
            <a:endParaRPr lang="en-US" dirty="0"/>
          </a:p>
        </p:txBody>
      </p:sp>
      <p:sp>
        <p:nvSpPr>
          <p:cNvPr id="4" name="TextBox 3">
            <a:extLst>
              <a:ext uri="{FF2B5EF4-FFF2-40B4-BE49-F238E27FC236}">
                <a16:creationId xmlns:a16="http://schemas.microsoft.com/office/drawing/2014/main" id="{9D7A94F0-14A3-4A1D-B132-CC851949F8C7}"/>
              </a:ext>
            </a:extLst>
          </p:cNvPr>
          <p:cNvSpPr txBox="1"/>
          <p:nvPr/>
        </p:nvSpPr>
        <p:spPr>
          <a:xfrm>
            <a:off x="70520" y="530773"/>
            <a:ext cx="553998" cy="5150068"/>
          </a:xfrm>
          <a:prstGeom prst="rect">
            <a:avLst/>
          </a:prstGeom>
          <a:solidFill>
            <a:schemeClr val="bg1">
              <a:lumMod val="50000"/>
            </a:schemeClr>
          </a:solidFill>
        </p:spPr>
        <p:txBody>
          <a:bodyPr vert="vert270" wrap="square" rtlCol="0">
            <a:spAutoFit/>
          </a:bodyPr>
          <a:lstStyle/>
          <a:p>
            <a:r>
              <a:rPr lang="en-US" sz="2400" dirty="0">
                <a:solidFill>
                  <a:schemeClr val="bg1"/>
                </a:solidFill>
                <a:latin typeface="Georgia" panose="02040502050405020303" pitchFamily="18" charset="0"/>
              </a:rPr>
              <a:t>Evaluation 2 – Analysis from Model</a:t>
            </a:r>
          </a:p>
        </p:txBody>
      </p:sp>
    </p:spTree>
    <p:extLst>
      <p:ext uri="{BB962C8B-B14F-4D97-AF65-F5344CB8AC3E}">
        <p14:creationId xmlns:p14="http://schemas.microsoft.com/office/powerpoint/2010/main" val="2234927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61BD6-4C26-4C1C-BE9C-003EDC34C17B}"/>
              </a:ext>
            </a:extLst>
          </p:cNvPr>
          <p:cNvSpPr>
            <a:spLocks noGrp="1"/>
          </p:cNvSpPr>
          <p:nvPr>
            <p:ph type="title"/>
          </p:nvPr>
        </p:nvSpPr>
        <p:spPr/>
        <p:txBody>
          <a:bodyPr>
            <a:normAutofit fontScale="90000"/>
          </a:bodyPr>
          <a:lstStyle/>
          <a:p>
            <a:r>
              <a:rPr lang="en-US" dirty="0"/>
              <a:t>Evaluation I – Analysis from Modeling</a:t>
            </a:r>
            <a:br>
              <a:rPr lang="en-US" dirty="0"/>
            </a:br>
            <a:r>
              <a:rPr lang="en-US" sz="2200" dirty="0">
                <a:solidFill>
                  <a:schemeClr val="accent1"/>
                </a:solidFill>
              </a:rPr>
              <a:t>Rubric</a:t>
            </a:r>
            <a:endParaRPr lang="en-US" dirty="0">
              <a:solidFill>
                <a:schemeClr val="accent1"/>
              </a:solidFill>
            </a:endParaRPr>
          </a:p>
        </p:txBody>
      </p:sp>
      <p:sp>
        <p:nvSpPr>
          <p:cNvPr id="3" name="Content Placeholder 2">
            <a:extLst>
              <a:ext uri="{FF2B5EF4-FFF2-40B4-BE49-F238E27FC236}">
                <a16:creationId xmlns:a16="http://schemas.microsoft.com/office/drawing/2014/main" id="{3359F86A-C575-4D24-9471-79ACF86F33A1}"/>
              </a:ext>
            </a:extLst>
          </p:cNvPr>
          <p:cNvSpPr>
            <a:spLocks noGrp="1"/>
          </p:cNvSpPr>
          <p:nvPr>
            <p:ph idx="1"/>
          </p:nvPr>
        </p:nvSpPr>
        <p:spPr/>
        <p:txBody>
          <a:bodyPr>
            <a:normAutofit fontScale="92500" lnSpcReduction="10000"/>
          </a:bodyPr>
          <a:lstStyle/>
          <a:p>
            <a:pPr algn="l"/>
            <a:r>
              <a:rPr lang="en-US" sz="1800" b="1" dirty="0">
                <a:effectLst/>
              </a:rPr>
              <a:t>RUBRIC:</a:t>
            </a:r>
            <a:endParaRPr lang="en-US" dirty="0">
              <a:effectLst/>
            </a:endParaRPr>
          </a:p>
          <a:p>
            <a:pPr algn="l"/>
            <a:r>
              <a:rPr lang="en-US" sz="1800" dirty="0">
                <a:effectLst/>
              </a:rPr>
              <a:t>Each subsystem lead needs to answer the following questions for this section. The answers should be in complete sentences and address the questions specific to your section.  </a:t>
            </a:r>
          </a:p>
          <a:p>
            <a:pPr algn="l"/>
            <a:r>
              <a:rPr lang="en-US" sz="1800" dirty="0">
                <a:effectLst/>
              </a:rPr>
              <a:t>Points are awarded as follows: 2 points for clear writing, 8 points for each of the modeling </a:t>
            </a:r>
            <a:r>
              <a:rPr lang="en-US" dirty="0"/>
              <a:t>results analysis content</a:t>
            </a:r>
            <a:r>
              <a:rPr lang="en-US" sz="1800" dirty="0">
                <a:effectLst/>
              </a:rPr>
              <a:t>:</a:t>
            </a:r>
            <a:endParaRPr lang="en-US" dirty="0">
              <a:effectLst/>
            </a:endParaRPr>
          </a:p>
          <a:p>
            <a:pPr algn="l"/>
            <a:r>
              <a:rPr lang="en-US" sz="1800" b="1" dirty="0">
                <a:effectLst/>
              </a:rPr>
              <a:t>Game Structure:</a:t>
            </a:r>
            <a:r>
              <a:rPr lang="en-US" sz="1800" dirty="0">
                <a:effectLst/>
              </a:rPr>
              <a:t> Does your design have a reasonable chance of functioning, and how are you handling stability and torque requirements?</a:t>
            </a:r>
          </a:p>
          <a:p>
            <a:pPr algn="l"/>
            <a:r>
              <a:rPr lang="en-US" sz="1800" b="1" dirty="0">
                <a:effectLst/>
              </a:rPr>
              <a:t>Game Piece Mover</a:t>
            </a:r>
            <a:r>
              <a:rPr lang="en-US" dirty="0"/>
              <a:t>: How are you implementing the results of your modeling into the vertical movement and the game piece/end effector designs?</a:t>
            </a:r>
            <a:r>
              <a:rPr lang="en-US" sz="1800" dirty="0">
                <a:effectLst/>
              </a:rPr>
              <a:t> </a:t>
            </a:r>
            <a:endParaRPr lang="en-US" dirty="0">
              <a:effectLst/>
            </a:endParaRPr>
          </a:p>
          <a:p>
            <a:pPr algn="l"/>
            <a:r>
              <a:rPr lang="en-US" sz="1800" b="1" dirty="0">
                <a:effectLst/>
              </a:rPr>
              <a:t>Code: </a:t>
            </a:r>
            <a:r>
              <a:rPr lang="en-US" sz="1800" dirty="0">
                <a:effectLst/>
              </a:rPr>
              <a:t>H</a:t>
            </a:r>
            <a:r>
              <a:rPr lang="en-US" dirty="0"/>
              <a:t>ow does having a virtual game enhance your ability to design a game with better play dynamics?</a:t>
            </a:r>
            <a:endParaRPr lang="en-US" dirty="0">
              <a:effectLst/>
            </a:endParaRPr>
          </a:p>
          <a:p>
            <a:pPr algn="l"/>
            <a:r>
              <a:rPr lang="en-US" sz="1800" b="1" dirty="0">
                <a:effectLst/>
              </a:rPr>
              <a:t>Game Board:</a:t>
            </a:r>
            <a:r>
              <a:rPr lang="en-US" sz="1800" dirty="0">
                <a:effectLst/>
              </a:rPr>
              <a:t> H</a:t>
            </a:r>
            <a:r>
              <a:rPr lang="en-US" dirty="0"/>
              <a:t>ow are design factors accounted for in game board layout and what combination of dump and swap features will you design into your board and why?</a:t>
            </a:r>
            <a:endParaRPr lang="en-US" sz="1800" dirty="0">
              <a:effectLst/>
            </a:endParaRPr>
          </a:p>
          <a:p>
            <a:pPr algn="l"/>
            <a:r>
              <a:rPr lang="en-US" sz="1800" b="1" dirty="0">
                <a:effectLst/>
              </a:rPr>
              <a:t>Vision:</a:t>
            </a:r>
            <a:r>
              <a:rPr lang="en-US" sz="1800" dirty="0">
                <a:effectLst/>
              </a:rPr>
              <a:t> W</a:t>
            </a:r>
            <a:r>
              <a:rPr lang="en-US" dirty="0"/>
              <a:t>hat are some strategies you will use to reliably get the correct dice roll reported?</a:t>
            </a:r>
            <a:endParaRPr lang="en-US" dirty="0">
              <a:effectLst/>
            </a:endParaRPr>
          </a:p>
          <a:p>
            <a:endParaRPr lang="en-US" dirty="0"/>
          </a:p>
        </p:txBody>
      </p:sp>
      <p:sp>
        <p:nvSpPr>
          <p:cNvPr id="6" name="TextBox 5">
            <a:extLst>
              <a:ext uri="{FF2B5EF4-FFF2-40B4-BE49-F238E27FC236}">
                <a16:creationId xmlns:a16="http://schemas.microsoft.com/office/drawing/2014/main" id="{02D4CAB8-5976-4D76-B281-BE08142E0583}"/>
              </a:ext>
            </a:extLst>
          </p:cNvPr>
          <p:cNvSpPr txBox="1"/>
          <p:nvPr/>
        </p:nvSpPr>
        <p:spPr>
          <a:xfrm>
            <a:off x="70520" y="530773"/>
            <a:ext cx="553998" cy="5150068"/>
          </a:xfrm>
          <a:prstGeom prst="rect">
            <a:avLst/>
          </a:prstGeom>
          <a:solidFill>
            <a:schemeClr val="bg1">
              <a:lumMod val="50000"/>
            </a:schemeClr>
          </a:solidFill>
        </p:spPr>
        <p:txBody>
          <a:bodyPr vert="vert270" wrap="square" rtlCol="0">
            <a:spAutoFit/>
          </a:bodyPr>
          <a:lstStyle/>
          <a:p>
            <a:r>
              <a:rPr lang="en-US" sz="2400" dirty="0">
                <a:solidFill>
                  <a:schemeClr val="bg1"/>
                </a:solidFill>
                <a:latin typeface="Georgia" panose="02040502050405020303" pitchFamily="18" charset="0"/>
              </a:rPr>
              <a:t>Evaluation I – Analysis from Models</a:t>
            </a:r>
          </a:p>
        </p:txBody>
      </p:sp>
    </p:spTree>
    <p:extLst>
      <p:ext uri="{BB962C8B-B14F-4D97-AF65-F5344CB8AC3E}">
        <p14:creationId xmlns:p14="http://schemas.microsoft.com/office/powerpoint/2010/main" val="458339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2E4017-729E-7F40-8D80-93D19605202F}"/>
              </a:ext>
            </a:extLst>
          </p:cNvPr>
          <p:cNvSpPr>
            <a:spLocks noGrp="1"/>
          </p:cNvSpPr>
          <p:nvPr>
            <p:ph type="title"/>
          </p:nvPr>
        </p:nvSpPr>
        <p:spPr/>
        <p:txBody>
          <a:bodyPr/>
          <a:lstStyle/>
          <a:p>
            <a:r>
              <a:rPr lang="en-US" dirty="0"/>
              <a:t>Evaluation 2 – Analysis from Modeling</a:t>
            </a:r>
          </a:p>
        </p:txBody>
      </p:sp>
      <p:sp>
        <p:nvSpPr>
          <p:cNvPr id="5" name="Content Placeholder 4">
            <a:extLst>
              <a:ext uri="{FF2B5EF4-FFF2-40B4-BE49-F238E27FC236}">
                <a16:creationId xmlns:a16="http://schemas.microsoft.com/office/drawing/2014/main" id="{418C04A7-CAE2-48BF-BEEA-1638EBB7B4AF}"/>
              </a:ext>
            </a:extLst>
          </p:cNvPr>
          <p:cNvSpPr>
            <a:spLocks noGrp="1"/>
          </p:cNvSpPr>
          <p:nvPr>
            <p:ph idx="1"/>
          </p:nvPr>
        </p:nvSpPr>
        <p:spPr>
          <a:xfrm>
            <a:off x="883690" y="1195295"/>
            <a:ext cx="7951806" cy="4761953"/>
          </a:xfrm>
        </p:spPr>
        <p:txBody>
          <a:bodyPr>
            <a:normAutofit lnSpcReduction="10000"/>
          </a:bodyPr>
          <a:lstStyle/>
          <a:p>
            <a:r>
              <a:rPr lang="en-US" dirty="0">
                <a:effectLst/>
              </a:rPr>
              <a:t>W</a:t>
            </a:r>
            <a:r>
              <a:rPr lang="en-US" dirty="0"/>
              <a:t>hat are some strategies you will use to reliably get the correct dice roll reported?</a:t>
            </a:r>
            <a:endParaRPr lang="en-US" dirty="0">
              <a:effectLst/>
            </a:endParaRPr>
          </a:p>
          <a:p>
            <a:endParaRPr lang="en-US" dirty="0"/>
          </a:p>
          <a:p>
            <a:r>
              <a:rPr lang="en-US" dirty="0"/>
              <a:t>From the previous assignment, I figured out that the dimensions of the dice tower need to be properly setup to ensure that not only the dice does not get stuck when tumbling down the shaft of the tower. On top of this, I also learned about the FOV of the camera and its distance from the board so that it is able to properly see the dice inside of the dice box.</a:t>
            </a:r>
          </a:p>
          <a:p>
            <a:endParaRPr lang="en-US" dirty="0"/>
          </a:p>
          <a:p>
            <a:r>
              <a:rPr lang="en-US" dirty="0"/>
              <a:t>The main strategy that I realized from this assignment was that the black dots on the dice have an abnormally high red/green ratio. I used this to my advantage and decided to use this ratio to pick out the black dots from the rest of the image. The red/green ratios for the majority of the image were around 1, while the red/green ratios of the dots on the dice varied anywhere from 3 all the way up to 7. Even when I took the shadow cast from the dice onto the white background into consideration, these values still worked perfectly for me since the red/green ratio of the shadow was only slightly higher than the background (around 1.2-1.5). I will be able to use this during the final build to reliably get the correct dice roll reported.</a:t>
            </a:r>
          </a:p>
        </p:txBody>
      </p:sp>
      <p:sp>
        <p:nvSpPr>
          <p:cNvPr id="6" name="TextBox 5">
            <a:extLst>
              <a:ext uri="{FF2B5EF4-FFF2-40B4-BE49-F238E27FC236}">
                <a16:creationId xmlns:a16="http://schemas.microsoft.com/office/drawing/2014/main" id="{E0B54D42-0655-40E7-9A1D-1F064D9200F1}"/>
              </a:ext>
            </a:extLst>
          </p:cNvPr>
          <p:cNvSpPr txBox="1"/>
          <p:nvPr/>
        </p:nvSpPr>
        <p:spPr>
          <a:xfrm>
            <a:off x="70520" y="530773"/>
            <a:ext cx="553998" cy="5150068"/>
          </a:xfrm>
          <a:prstGeom prst="rect">
            <a:avLst/>
          </a:prstGeom>
          <a:solidFill>
            <a:schemeClr val="bg1">
              <a:lumMod val="50000"/>
            </a:schemeClr>
          </a:solidFill>
        </p:spPr>
        <p:txBody>
          <a:bodyPr vert="vert270" wrap="square" rtlCol="0">
            <a:spAutoFit/>
          </a:bodyPr>
          <a:lstStyle/>
          <a:p>
            <a:r>
              <a:rPr lang="en-US" sz="2400" dirty="0">
                <a:solidFill>
                  <a:schemeClr val="bg1"/>
                </a:solidFill>
                <a:latin typeface="Georgia" panose="02040502050405020303" pitchFamily="18" charset="0"/>
              </a:rPr>
              <a:t>Evaluation 2 – Analysis from Models</a:t>
            </a:r>
          </a:p>
        </p:txBody>
      </p:sp>
    </p:spTree>
    <p:extLst>
      <p:ext uri="{BB962C8B-B14F-4D97-AF65-F5344CB8AC3E}">
        <p14:creationId xmlns:p14="http://schemas.microsoft.com/office/powerpoint/2010/main" val="2964119119"/>
      </p:ext>
    </p:extLst>
  </p:cSld>
  <p:clrMapOvr>
    <a:masterClrMapping/>
  </p:clrMapOvr>
</p:sld>
</file>

<file path=ppt/theme/theme1.xml><?xml version="1.0" encoding="utf-8"?>
<a:theme xmlns:a="http://schemas.openxmlformats.org/drawingml/2006/main" name="Office Theme">
  <a:themeElements>
    <a:clrScheme name="UK Brand Color Set">
      <a:dk1>
        <a:srgbClr val="0033A0"/>
      </a:dk1>
      <a:lt1>
        <a:srgbClr val="FFFFFF"/>
      </a:lt1>
      <a:dk2>
        <a:srgbClr val="1B365D"/>
      </a:dk2>
      <a:lt2>
        <a:srgbClr val="DCDDDE"/>
      </a:lt2>
      <a:accent1>
        <a:srgbClr val="1E8AFF"/>
      </a:accent1>
      <a:accent2>
        <a:srgbClr val="FFA360"/>
      </a:accent2>
      <a:accent3>
        <a:srgbClr val="4CBCC0"/>
      </a:accent3>
      <a:accent4>
        <a:srgbClr val="FFC000"/>
      </a:accent4>
      <a:accent5>
        <a:srgbClr val="B1C9E8"/>
      </a:accent5>
      <a:accent6>
        <a:srgbClr val="D6D2C3"/>
      </a:accent6>
      <a:hlink>
        <a:srgbClr val="0C3AA7"/>
      </a:hlink>
      <a:folHlink>
        <a:srgbClr val="2247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9-06037 PowerPoint Classic Template 4x3" id="{4DC85823-1BC8-754E-AACD-C350827CE5E1}" vid="{62366120-CB1C-6648-8F9C-6840A4B7D2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EF378E8D4F8E40BAF49CA1DB3103A1" ma:contentTypeVersion="13" ma:contentTypeDescription="Create a new document." ma:contentTypeScope="" ma:versionID="0c209f51fb8236eed2346445d9273e10">
  <xsd:schema xmlns:xsd="http://www.w3.org/2001/XMLSchema" xmlns:xs="http://www.w3.org/2001/XMLSchema" xmlns:p="http://schemas.microsoft.com/office/2006/metadata/properties" xmlns:ns3="7b4d0d76-d0b6-4316-be5a-e88706a089e6" xmlns:ns4="8f6753bd-5a31-46f9-8bdb-c19779844d78" targetNamespace="http://schemas.microsoft.com/office/2006/metadata/properties" ma:root="true" ma:fieldsID="623b26eb594e963191ebfd65b2454de4" ns3:_="" ns4:_="">
    <xsd:import namespace="7b4d0d76-d0b6-4316-be5a-e88706a089e6"/>
    <xsd:import namespace="8f6753bd-5a31-46f9-8bdb-c19779844d7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4d0d76-d0b6-4316-be5a-e88706a089e6"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f6753bd-5a31-46f9-8bdb-c19779844d7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DB2F9D-4DEF-40B9-95DA-1185255B79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4d0d76-d0b6-4316-be5a-e88706a089e6"/>
    <ds:schemaRef ds:uri="8f6753bd-5a31-46f9-8bdb-c19779844d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45553DB-DACE-41EA-97BA-2A4AF7DE4146}">
  <ds:schemaRefs>
    <ds:schemaRef ds:uri="http://purl.org/dc/dcmitype/"/>
    <ds:schemaRef ds:uri="http://www.w3.org/XML/1998/namespace"/>
    <ds:schemaRef ds:uri="http://purl.org/dc/elements/1.1/"/>
    <ds:schemaRef ds:uri="7b4d0d76-d0b6-4316-be5a-e88706a089e6"/>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8f6753bd-5a31-46f9-8bdb-c19779844d78"/>
  </ds:schemaRefs>
</ds:datastoreItem>
</file>

<file path=customXml/itemProps3.xml><?xml version="1.0" encoding="utf-8"?>
<ds:datastoreItem xmlns:ds="http://schemas.openxmlformats.org/officeDocument/2006/customXml" ds:itemID="{C5E18C3B-890B-4DEF-A304-1B433F15AE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UK classic powerpoint template 4x3</Template>
  <TotalTime>529</TotalTime>
  <Words>1068</Words>
  <Application>Microsoft Office PowerPoint</Application>
  <PresentationFormat>On-screen Show (4:3)</PresentationFormat>
  <Paragraphs>53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Georgia</vt:lpstr>
      <vt:lpstr>Helvetica</vt:lpstr>
      <vt:lpstr>Wingdings</vt:lpstr>
      <vt:lpstr>Office Theme</vt:lpstr>
      <vt:lpstr>Proof of Concept/ Synthesis &amp; Evaluation Model 2</vt:lpstr>
      <vt:lpstr>Synthesis – Modeling Part II Instructions</vt:lpstr>
      <vt:lpstr>Synthesis – Modeling Part II Rubric</vt:lpstr>
      <vt:lpstr>Synthesis – Modeling Part II</vt:lpstr>
      <vt:lpstr>Synthesis – Modeling Part II</vt:lpstr>
      <vt:lpstr>Synthesis – Modeling Part II</vt:lpstr>
      <vt:lpstr>Synthesis – Modeling Part II</vt:lpstr>
      <vt:lpstr>Evaluation 2 – Analysis from Modeling Instructions</vt:lpstr>
      <vt:lpstr>Evaluation I – Analysis from Modeling Rubric</vt:lpstr>
      <vt:lpstr>Evaluation 2 – Analysis from Modeling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Lovely, Jennifer L.</dc:creator>
  <cp:lastModifiedBy>Salyers, Kobe R.</cp:lastModifiedBy>
  <cp:revision>37</cp:revision>
  <dcterms:created xsi:type="dcterms:W3CDTF">2022-07-01T01:15:45Z</dcterms:created>
  <dcterms:modified xsi:type="dcterms:W3CDTF">2025-04-24T03:49:00Z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0x0101002CEF378E8D4F8E40BAF49CA1DB3103A1</vt:lpwstr>
  </property>
</Properties>
</file>