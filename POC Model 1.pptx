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4"/>
  </p:notesMasterIdLst>
  <p:sldIdLst>
    <p:sldId id="263" r:id="rId5"/>
    <p:sldId id="264" r:id="rId6"/>
    <p:sldId id="280" r:id="rId7"/>
    <p:sldId id="270" r:id="rId8"/>
    <p:sldId id="281" r:id="rId9"/>
    <p:sldId id="284" r:id="rId10"/>
    <p:sldId id="285" r:id="rId11"/>
    <p:sldId id="283" r:id="rId12"/>
    <p:sldId id="275"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A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748"/>
    <p:restoredTop sz="94694"/>
  </p:normalViewPr>
  <p:slideViewPr>
    <p:cSldViewPr snapToGrid="0" snapToObjects="1">
      <p:cViewPr varScale="1">
        <p:scale>
          <a:sx n="108" d="100"/>
          <a:sy n="108" d="100"/>
        </p:scale>
        <p:origin x="5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0:04:27.064"/>
    </inkml:context>
    <inkml:brush xml:id="br0">
      <inkml:brushProperty name="width" value="0.06" units="cm"/>
      <inkml:brushProperty name="height" value="0.06" units="cm"/>
    </inkml:brush>
  </inkml:definitions>
  <inkml:trace contextRef="#ctx0" brushRef="#br0">176 309 7853,'0'-5'0,"1"-1"4915,1 1 0,-1 0-2458,2 0 1,-3 3-1,0-3 1,-2 1-2169,-1 0 1,-2 1-1,2-1 1,-1 0-290,-2 0 0,-1 1 0,-1-1 0,1 1 0,-1 1 0,0 1 0,-2 1 0,0 0 0,1 0 0,-2 6 0,1 2 0,0 1 0,-1 2 0,2 1 0,-1 3 0,2 1 0,0 2 0,3-2 0,1 2 0,0-2 0,3-1 0,0-1 0,1-1 0,1-3 0,1-1 0,2-5 0,4-2 0,0-2 0,3-2 0,-2-3 0,3-5 0,0-3 0,-1-2 0,0 0 0,0 0 0,1 0 0,0 0 0,-3 0 0,1 3 0,-1 1 0,-1 3 0,-1 1 0,1 2 0,-1 3 0,-2 2 0,-3 2 0,0 3 0,0 2 0,-1 4 0,2 2 0,-2 2 0,-1 3 0,-1-1 0,-1 3 0,0 0 0,0 0 0,-2-1 0,2-2 0,0 1 0,1-1 0,1-5 0,0-2 0,0-1 0,0-5 0,4 3 0,0-3 0</inkml:trace>
  <inkml:trace contextRef="#ctx0" brushRef="#br0" timeOffset="416">305 514 15467,'8'0'9830,"-4"0"-6456,-1 0-3374,-3 0 0,0-3 0,0-2 0,0-2 0,1-2 0,2-1 0,-2 1 0,1-4 0,0 1 0,0 0 0,-1-4 0,2 2 0,-2-3 0,2 0 0,-2 4 0,1 1 0,0 1 0,0 2 0,-1 0 0,2 2 0,-2 2 0,-1 2 0,1 3 0,1 0 0,2 0 0,4-1 0,0-1 0,-1-3 0,3 0 0,1 1 0,1 1 0,2 1 0,-3 1 0,2 2 0,1 2 0,0 2 0,1 2 0,0 3 0,-2 3 0,0 1 0,-3 5 0,1 1 0,-1 2 0,-1 1 0,-5 1 0,1 0 0,-3 2 0,-2-2 0,0-3 0,0-2 0,0-3 0,0-4 0,0-6 0,0-10 0,0-4 0</inkml:trace>
  <inkml:trace contextRef="#ctx0" brushRef="#br0" timeOffset="1200">868 339 7853,'7'-1'3276,"-2"-1"1,-2 0 0,-4-2-1,-1 0 1,0 1 0,-3 0-2988,-1-2 1,-1 1-1,0 0 1,-1 1-290,1 1 0,-4 1 0,1 1 0,0 0 0,-1 0 0,3 3 0,-3 3 0,1 4 0,-1 2 0,-1 3 0,2 0 0,3 0 0,1 0 0,4 0 0,0-2 0,1-1 0,1-1 0,1-1 0,1-2 0,3-2 0,2 0 0,2-4 0,0-4 0,1-4 0,-1 0 0,2-4 0,-1-1 0,0-1 0,-2-2 0,0 2 0,-1 0 0,0-1 0,-2 1 0,-1 1 0,-2 4 0,1-1 0,-1 0 0,-2 4 0,0 2 0,0 7 0,0 3 0,0 3 0,0 4 0,1 4 0,2 1 0,2 4 0,1 0 0,2 4 0,0 4 0,-1 2 0,1 3 0,-1 2 0,0 2 0,-2 2 0,1 2 0,-3 0 0,-2 0 0,-3-2 0,-5-2 0,-4-5 0,-1-2 0,-1-3 0,-2-5 0,0-9 0,-1-4 0,-2-3 0,2-5 0,-1-2 0,0-2 0,2-1 0,0-5 0,-1-2 0,0-5 0,1-2 0,-2-5 0,4-1 0,0-2 0,0-1 0,-1-6 0,5-1 0,2-1 0,4 3 0,2-2 0,1 3 0</inkml:trace>
  <inkml:trace contextRef="#ctx0" brushRef="#br0" timeOffset="1683">1089 575 7853,'0'-8'4915,"0"1"0,0 2 0,0-1 0,0 1-4626,0-2 1,-1-1-1,-1 1 1,0-1-290,0 0 0,1 1 0,1-2 0,0-1 0,0-3 0,0-1 0,0-2 0,0-2 0,0-2 0,0-5 0,0-3 0,0-3 0,0-2 0,-3-1 0,1-4 0,-1 0 0,0 0 0,1 1 0,-2 5 0,1 7 0,1 5 0,0 9 0,0 3 0,1 10 0,-2 9 0,3 5 0,0 1 0,0 5 0,3 0 0,1 5 0</inkml:trace>
  <inkml:trace contextRef="#ctx0" brushRef="#br0" timeOffset="2350">1484 506 15467,'8'1'4915,"-1"2"0,-2-2-3791,-3 5 1,-4-1 0,-3 2-1125,-2 1 0,-3-3 0,-1-1 0,1 0 0,-1 1 0,2-3 0,-4 2 0,0 1 0,-2-1 0,3-3 0,-1 2 0,0-2 0,-2-1 0,1-1 0,0-2 0,2-5 0,2-4 0,-3-2 0,2-2 0,0-2 0,0-2 0,4-2 0,5-1 0,1 0 0,1 0 0,1 1 0,1 2 0,4 2 0,3 2 0,1 1 0,2 1 0,2 1 0,0 3 0,1 1 0,1 2 0,-1 0 0,0 2 0,-1-1 0,0 3 0,-2 2 0,-1 0 0,-2 2 0,-3 1 0,-2 3 0,0 2 0,-2 2 0,-3 0 0,-1 1 0,-3-1 0,-3 0 0,-1-2 0,-2 1 0,-1 0 0,-1-1 0,-2 1 0,1-1 0,1-2 0,-1 1 0,3-3 0,0 0 0,1 1 0,0-1 0,4-1 0,1 0 0,4 1 0,1-3 0,4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0:04:23.781"/>
    </inkml:context>
    <inkml:brush xml:id="br0">
      <inkml:brushProperty name="width" value="0.06" units="cm"/>
      <inkml:brushProperty name="height" value="0.06" units="cm"/>
    </inkml:brush>
  </inkml:definitions>
  <inkml:trace contextRef="#ctx0" brushRef="#br0">39 610 7853,'0'7'9830,"0"1"-4915,0-4 0,0-2-4626,0-4 1,-3-2-1,1-4 1,0 0-290,1-2 0,0 0 0,0-3 0,-2-3 0,2 0 0,0-6 0,1 0 0,0-5 0,0-2 0,0-1 0,0-5 0,0-1 0,0 2 0,0-4 0,0 3 0,-1-1 0,-2 3 0,2 1 0,-2 8 0,1 2 0,-1 3 0,-2 4 0,2 2 0,2 3 0,0 5 0,1 1 0,0 1 0,3 2 0,2-4 0,2 2 0,1 1 0,0 2 0,1-1 0,2-2 0,2 2 0,0-1 0,1 1 0,1 1 0,3 0 0,1 1 0,-1 0 0,1 2 0,-1 2 0,-3-2 0,0 2 0,0 1 0,-3 0 0,-2-1 0,-1 1 0,-2-1 0,0 2 0,-2 1 0,-2-1 0,-2 1 0,-1-3 0,0 0 0,0 1 0,0 1 0,-1-2 0,-2 0 0,-2 1 0,-2 1 0,-3-1 0,-1 0 0,-1-1 0,-1 1 0,-2 2 0,0 1 0,0 1 0,0 0 0,0-1 0,-1 0 0,1 1 0,0 0 0,1 1 0,1-1 0,3-1 0,1 0 0,3-1 0,0 2 0,1 2 0,2 0 0,4 2 0,5-1 0,3 2 0,4 3 0,4-1 0,0 2 0,1 0 0,1-2 0,-1-1 0,3-1 0,-1-1 0,-1-1 0,-2-2 0,-2-4 0,1-1 0,-1-1 0,-1-1 0,-1 1 0,-3-2 0,-1-3 0,-2 0 0,1 0 0,-1 0 0</inkml:trace>
  <inkml:trace contextRef="#ctx0" brushRef="#br0" timeOffset="817">617 336 10898,'4'0'9830,"0"-1"-7183,-4-2 1,-3-1 0,0-3-2648,-2 2 0,1-2 0,-2 3 0,2-1 0,1 0 0,-3 1 0,1-2 0,-2 1 0,-1 1 0,1-1 0,-1 2 0,1 2 0,-1 1 0,0 1 0,1 2 0,-1 5 0,0 4 0,1 6 0,0 2 0,2 2 0,1 1 0,2 0 0,0-2 0,0 0 0,1-3 0,2-6 0,1-2 0,4-5 0,3-1 0,1-4 0,0-1 0,1-2 0,-2-4 0,3-7 0,0-3 0,0-3 0,-2-1 0,2 0 0,-1 1 0,-2-2 0,2 4 0,-1 0 0,-1 3 0,-3 2 0,0 2 0,-2 8 0,1 4 0,-3 6 0,-1 8 0,-1 2 0,0 5 0,0 2 0,0 2 0,-1 0 0,0 1 0,-2-1 0,1-2 0,1 0 0,-1-2 0,0-3 0,0-3 0,1-5 0,2-3 0,1 0 0,3-4 0,2-1 0</inkml:trace>
  <inkml:trace contextRef="#ctx0" brushRef="#br0" timeOffset="1649">830 556 7853,'3'-7'9830,"-1"2"0,3 3-8672,-3 1-1158,1 1 0,-3 0 0,0-3 0,0-2 0,0-2 0,0-2 0,0 0 0,0-2 0,0-1 0,0 2 0,0-3 0,0-1 0,0-3 0,0 0 0,0-2 0,0-1 0,0 1 0,0 2 0,0-1 0,0 2 0,0 1 0,0 0 0,0 0 0,0 3 0,0 1 0,0 7 0,0 4 0,0 5 0,0 1 0,0 2 0,0 0 0,0 0 0,0 1 0,0 1 0,0 1 0,0-4 0,0 2 0,0 1 0,0-4 0,0 1 0,0 0 0,4-1 0,1-1 0,-1-2 0,1-3 0,1 0 0,1-3 0,-2-1 0,0-4 0,2 1 0,2-1 0,-1-2 0,2 0 0,-1 0 0,-2 2 0,1 0 0,0 2 0,-1 0 0,1 1 0,-3 3 0,0-1 0,1 3 0,0 3 0,-1 3 0,-3 3 0,-1 4 0,2 4 0,-1 1 0,0 1 0,-1 0 0,-1 1 0,0-2 0,0-2 0,0-3 0,0-2 0,0-3 0,0-1 0,1-2 0,0-4 0,2-2 0,0-4 0,0-3 0,1-2 0,0-3 0,3-2 0,-2-2 0,2-1 0,1 1 0,-1 0 0,0 1 0,-1 1 0,-1 1 0,0 2 0,3 1 0,-1 2 0,1 2 0,-3 4 0,0-2 0,1 2 0,1 1 0,-1 2 0,0 3 0,-1 2 0,1 2 0,-1 1 0,0 2 0,0 4 0,-1 3 0,2 0 0,-4 3 0,1 2 0,0 2 0,-2 1 0,2 2 0,-3-1 0,0-1 0,0-2 0,0-1 0,0-2 0,0-5 0,0-7 0,0-1 0,0-3 0</inkml:trace>
  <inkml:trace contextRef="#ctx0" brushRef="#br0" timeOffset="2383">1393 731 7853,'4'8'9830,"2"-3"-4915,-3 0 0,-1-4-4626,-2-1 1,-1-4-1,0-3 1,-2-1-290,1 1 0,-1-4 0,0-1 0,-1-1 0,1 0 0,-1-2 0,3-3 0,-3 0 0,0-3 0,2 0 0,-3-5 0,2 1 0,1 0 0,1-4 0,1 1 0,0-1 0,0 1 0,0 3 0,1 4 0,2 1 0,2 2 0,-1 3 0,1 3 0,1 2 0,1 3 0,0-1 0,1 4 0,1 0 0,1 1 0,-2 2 0,2 1 0,0 0 0,0 0 0,-2 1 0,3 2 0,-1 3 0,0 3 0,1 0 0,-4 3 0,0 0 0,-2 0 0,1 0 0,-4 1 0,0-1 0,-1-1 0,-1 0 0,-1-2 0,-1 1 0,-3 0 0,-2-2 0,-2 0 0,0-1 0,-1 1 0,-4-1 0,3-2 0,-2-2 0,0 1 0,1-4 0,0 3 0,2-2 0,1-1 0,1-1 0,1-2 0,-1-4 0,1-5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0:07:03.384"/>
    </inkml:context>
    <inkml:brush xml:id="br0">
      <inkml:brushProperty name="width" value="0.035" units="cm"/>
      <inkml:brushProperty name="height" value="0.035" units="cm"/>
    </inkml:brush>
  </inkml:definitions>
  <inkml:trace contextRef="#ctx0" brushRef="#br0">0 0 32767,'5'0'0,"-1"0"0,1 0 0,1 0 0,0 0 0,1 0 0,-1 0 0,0 0 0,2 0 0,-1 0 0,2 0 0,2 0 0,1 0 0,1 0 0,2 0 0,3 0 0,-1 0 0,2 0 0,0 0 0,0 0 0,0 0 0,1 0 0,-1 0 0,-2 0 0,-1 0 0,0 0 0,-2 0 0,0 0 0,-1 0 0,-1 0 0,-2 0 0,2 0 0,-4 0 0,1 0 0,0 0 0,-2 0 0,2 0 0,-1 0 0,0 0 0,-1 0 0,2 0 0,-1 0 0,0 0 0,0 0 0,0 0 0,-1 0 0,0 0 0,1 0 0,1 0 0,-1 0 0,2 0 0,-3 0 0,3 0 0,0 0 0,0 0 0,-1 0 0,2 0 0,0 0 0,1 0 0,1 0 0,0 0 0,0 0 0,-1 0 0,4 0 0,0 0 0,2 0 0,-1 0 0,0 0 0,2 0 0,0 0 0,0 0 0,1 0 0,-1 0 0,-1 0 0,0 0 0,0 0 0,-1 0 0,1 0 0,-1 0 0,1 0 0,-2 0 0,0 0 0,2 0 0,0 0 0,1 0 0,-1 0 0,-1 0 0,0 0 0,1 0 0,0 0 0,-3 0 0,0 0 0,0 0 0,0 0 0,1 0 0,-4 0 0,1 0 0,0 0 0,-1 0 0,-1 0 0,2 0 0,0 0 0,0 0 0,-1 0 0,1 0 0,-1 0 0,1 0 0,-2 0 0,4 0 0,-2 0 0,0 0 0,0 0 0,0 0 0,0 0 0,0 0 0,-1 0 0,1 0 0,1 0 0,1 0 0,-2 0 0,2 0 0,-1 0 0,-1 0 0,0 0 0,1 0 0,1 0 0,0 0 0,1 0 0,0 0 0,2 0 0,1 0 0,-1 0 0,4 0 0,-2 0 0,-1 0 0,1 0 0,0 0 0,2 0 0,-1 0 0,-2 0 0,-1 0 0,-1 0 0,1 0 0,-1 0 0,1 0 0,-1 0 0,1 0 0,-1 0 0,1 0 0,1 0 0,-2 0 0,1 0 0,1 0 0,1 0 0,-1 0 0,0 0 0,0 0 0,1 0 0,-1 0 0,2 0 0,1 0 0,-2 0 0,0 0 0,2 0 0,-1 0 0,0 0 0,-1 0 0,-1 0 0,-1 0 0,0 0 0,-1 0 0,0 0 0,2 0 0,-1 0 0,-1 0 0,0 0 0,2 0 0,1 0 0,2 0 0,-3 0 0,4 0 0,-1 0 0,1 0 0,1 0 0,0 0 0,1 0 0,-1 0 0,0 0 0,0 0 0,-1 0 0,2 0 0,-1 0 0,-1 0 0,-1 0 0,-2 0 0,0 0 0,0 0 0,2 0 0,-2 0 0,1 0 0,0 0 0,1 0 0,1 0 0,-3 0 0,2 0 0,0 0 0,2 0 0,1 0 0,1 0 0,-1 0 0,1 0 0,0 0 0,-1 0 0,1 0 0,0 0 0,-2 0 0,1 0 0,-2 0 0,-1 0 0,2 0 0,-1 0 0,-1 0 0,0 0 0,-2 0 0,1 0 0,1 0 0,1 0 0,-2 0 0,2 0 0,0 0 0,0 0 0,0 0 0,3 0 0,0 0 0,-1 0 0,1 0 0,0 0 0,0 0 0,2 0 0,-4 0 0,2 0 0,-2 0 0,-1 0 0,0 0 0,-3 0 0,-1 0 0,0 0 0,-3 0 0,0 0 0,0 0 0,1 0 0,-2 0 0,2 0 0,0 0 0,-1 0 0,3 0 0,-2 0 0,2 0 0,0 0 0,-1 0 0,0 0 0,-1 0 0,1 0 0,0 0 0,0 0 0,-2 0 0,0 0 0,-1 0 0,-3 0 0,-1 0 0,-3 0 0,1 0 0,0 0 0,-1 0 0,-1 0 0,-1 0 0,1 0 0,-1 0 0,1 0 0,1 0 0,1 0 0,1 0 0,0 0 0,2 0 0,1 0 0,0 0 0,1 0 0,-2 0 0,0 0 0,-1 0 0,-3 0 0,2 0 0,-1 0 0,0 0 0,-3 0 0,-1 0 0,-1 0 0,0 0 0,0 0 0,-1 0 0,-1 0 0,-1 0 0,2 0 0,-3 0 0,3 0 0,-2 0 0,1 0 0,-2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0:07:08.833"/>
    </inkml:context>
    <inkml:brush xml:id="br0">
      <inkml:brushProperty name="width" value="0.035" units="cm"/>
      <inkml:brushProperty name="height" value="0.035" units="cm"/>
    </inkml:brush>
  </inkml:definitions>
  <inkml:trace contextRef="#ctx0" brushRef="#br0">39 1 20478,'-7'0'8827,"1"0"-5365,0 0-3462,-1 0 0,3 0 0,0 0 0,2 0 0,-1 0 0,3 0 0,3 0 0,-2 0 0,2 0 0,0 0 0,1 0 0,2 0 0,0 0 0,0 0 0,1 0 0,1 0 0,2 0 0,-1 0 0,0 0 0,3 0 0,0 0 0,3 0 0,-1 0 0,2 0 0,-1 0 0,2 0 0,0 0 0,-1 0 0,0 0 0,-1 0 0,0 0 0,3 0 0,-2 0 0,1 0 0,0 0 0,0 0 0,2 0 0,1 0 0,-1 0 0,2 0 0,1 0 0,-2 0 0,0 0 0,2 0 0,1 0 0,1 0 0,-1 0 0,-2 0 0,0 0 0,0 0 0,0 0 0,-1 0 0,2 0 0,0 0 0,-1 0 0,1 0 0,-1 0 0,1 0 0,1 0 0,0 0 0,1 0 0,0 0 0,2 0 0,-2 0 0,1 0 0,-2 0 0,0 0 0,1 0 0,1 0 0,0 0 0,-1 0 0,0 0 0,-2 0 0,1 0 0,1 0 0,0 0 0,0 0 0,-3 0 0,-1 0 0,0 0 0,-1 0 0,0 0 0,0 0 0,1 0 0,0 0 0,1 0 0,2 0 0,0 0 0,-1 0 0,0 0 0,1 0 0,1 0 0,1 0 0,1 0 0,0 0 0,3 0 0,-1 0 0,2 0 0,0 0 0,1 0 0,-1 0 0,-2 0 0,1 0 0,-1 0 0,2 0 0,1 0 0,-3 0 0,0 0 0,-1 0 0,2 0 0,0 0 0,-1 0 0,1 0 0,0 0 0,1 0 0,0 0 0,4 0 0,0 0 0,-1 0 0,2 0 0,0 0 0,1 0 0,1 0 0,-2 0 0,0 0 0,-1 0 0,0 0 0,0 0 0,-2 0 0,0 0 0,-2 0 0,-1 0 0,-2 0 0,1 0 0,-1 0 0,-1 0 0,-1 0 0,-1 0 0,0 0 0,0 0 0,3 0 0,1 0 0,-1 0 0,2 0 0,-2 0 0,1 0 0,1 0 0,-2 0 0,2 0 0,0 0 0,-2 0 0,0 0 0,-1 0 0,0 0 0,-1 0 0,-1 0 0,0 0 0,0 0 0,0 0 0,1 0 0,1 0 0,1 0 0,1 0 0,3 0 0,0 0 0,1 0 0,0 0 0,-2 0 0,2 0 0,0 0 0,0 0 0,0 0 0,-2 0 0,-2 0 0,-2 0 0,-3 0 0,0 0 0,-1 0 0,-4 0 0,1 0 0,-4 0 0,-1 0 0,-1 0 0,-2 0 0,0 0 0,0 0 0,1 0 0,-1 0 0,0 0 0,0 0 0,1 0 0,1 0 0,0 0 0,0 0 0,0 0 0,-1 0 0,-1 0 0,0 0 0,0 0 0,1 0 0,1 0 0,0 0 0,0 0 0,-3 0 0,1 0 0,1 0 0,0 0 0,-2 0 0,0 0 0,0 0 0,-3 0 0,3 0 0,-1 0 0,1 0 0,1 0 0,1 0 0,1 0 0,0 0 0,0 0 0,0 0 0,-1 0 0,-1 0 0,0 0 0,-3 0 0,0 0 0,-3 0 0,0 0 0,-3 0 0,2 0 0,1 0 0,1 0 0,1 0 0,1 0 0,0 0 0,1 0 0,-3 0 0,1 0 0,-1 0 0,0 0 0,1 0 0,-3 0 0,0 0 0,-1 0 0,1 0 0,-2 0 0,2 0 0,1 0 0,1 0 0,0 0 0,1 0 0,-3 0 0,0 0 0,1 0 0,-2 0 0,0 0 0,-3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0:07:12.684"/>
    </inkml:context>
    <inkml:brush xml:id="br0">
      <inkml:brushProperty name="width" value="0.035" units="cm"/>
      <inkml:brushProperty name="height" value="0.035" units="cm"/>
    </inkml:brush>
  </inkml:definitions>
  <inkml:trace contextRef="#ctx0" brushRef="#br0">0 1 32767,'5'0'0,"-1"0"0,1 0 0,-2 0 0,2 0 0,2 0 0,1 0 0,1 0 0,0 0 0,3 0 0,3 0 0,1 0 0,0 0 0,4 0 0,-1 0 0,4 0 0,1 0 0,1 0 0,3 0 0,-1 0 0,0 0 0,0 0 0,-2 0 0,2 0 0,-1 0 0,0 0 0,-3 0 0,-3 0 0,0 0 0,0 0 0,1 0 0,-2 0 0,2 0 0,-2 0 0,1 0 0,1 0 0,0 0 0,0 0 0,0 0 0,-1 0 0,-1 0 0,1 0 0,2 0 0,-2 0 0,2 0 0,-1 0 0,0 0 0,2 0 0,-3 0 0,2 0 0,1 0 0,-2 0 0,1 0 0,0 0 0,1 0 0,0 0 0,1 0 0,0 0 0,1 0 0,1 0 0,-1 0 0,1 0 0,0 0 0,-3 0 0,1 0 0,1 0 0,2 0 0,-3 0 0,2 0 0,-1 0 0,-1 0 0,2 0 0,0 0 0,-1 0 0,-2 0 0,2 0 0,-2 0 0,1 0 0,2 0 0,-3 0 0,4 0 0,-1 0 0,0 0 0,2 0 0,-1 0 0,2 0 0,0 0 0,-1 0 0,2 0 0,1 0 0,3 0 0,-4 0 0,2 0 0,-2 0 0,-1 0 0,-1 0 0,2 0 0,-1 0 0,1 0 0,-2 0 0,-1 0 0,0 0 0,0 0 0,1 0 0,-2 0 0,-1 0 0,-2 0 0,2 0 0,-1 0 0,1 0 0,0 0 0,1 0 0,0 0 0,0 0 0,2 0 0,0 0 0,2 0 0,-1 0 0,-1 0 0,0 0 0,3 0 0,-1 0 0,-1 0 0,-2 0 0,-1 0 0,-1 0 0,1 0 0,0 0 0,0 0 0,1 0 0,1 0 0,0 0 0,0 0 0,1 0 0,1 0 0,-2 0 0,-1 0 0,0 0 0,3 0 0,-1 0 0,-2 0 0,-2 0 0,-2 0 0,-1 0 0,1 0 0,-1 0 0,-2 0 0,0 0 0,-3 0 0,1 0 0,2 0 0,0 0 0,3 0 0,0 0 0,-1 0 0,3 0 0,2 0 0,1 0 0,-1 0 0,-1 0 0,0 0 0,0 0 0,2 0 0,-2 0 0,-1 0 0,-3 0 0,-2 0 0,-1 0 0,0 0 0,-2 0 0,-2 0 0,1 0 0,-1 0 0,-1 0 0,-1 0 0,2 0 0,1 0 0,1 0 0,0 0 0,5 0 0,1 0 0,2 0 0,1 0 0,0 0 0,-1 0 0,1 0 0,-1 0 0,-2 0 0,-1 0 0,-2 0 0,-1 0 0,-2 0 0,-1 0 0,-2 0 0,-2 0 0,-1 0 0,2 0 0,0 0 0,0 0 0,-2 0 0,-1 0 0,2 0 0,0 0 0,1 0 0,-1 0 0,1 0 0,0 0 0,2 0 0,0 0 0,-1 0 0,0 0 0,-2 0 0,-1 0 0,-3 0 0,-1 0 0,0 0 0,-4 0 0,0 0 0,-2 0 0,1 0 0,2 0 0,2 0 0,-2 0 0,-1 0 0,-1 0 0,-1 0 0,2 0 0,-3 0 0,-3 0 0,-1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0:07:19.932"/>
    </inkml:context>
    <inkml:brush xml:id="br0">
      <inkml:brushProperty name="width" value="0.035" units="cm"/>
      <inkml:brushProperty name="height" value="0.035" units="cm"/>
    </inkml:brush>
  </inkml:definitions>
  <inkml:trace contextRef="#ctx0" brushRef="#br0">1 0 20715,'6'0'0,"1"0"0,-1 0 0,1 0 0,0 0 0,1 0 2420,0 0 0,3 0 0,-2 0 0,1 0-1827,1 0 0,2 0 0,-1 0 0,1 0-593,0 0 0,-2 0 0,-1 0 0,0 0 0,0 0 0,-2 0 0,0 0 0,-1 0 0,0 0 0,0 0 0,1 0 0,0 0 0,0 0 0,2 0 0,1 0 0,1 0 0,3 0 0,0 0 0,2 0 0,3 0 0,3 0 0,2 0 0,1 0 0,0 0 0,2 0 0,-1 0 0,3 0 0,1 0 0,0 0 0,-2 0 0,-1 0 0,-2 0 0,0 0 0,0 0 0,2 0 0,-1 0 0,0 0 0,0 0 0,1 0 0,0 0 0,1 0 0,-2 0 0,1 0 0,-1 0 0,-2 0 0,4 0 0,0 0 0,1 0 0,0 0 0,-2 0 0,1 0 0,1 0 0,1 0 0,-3 0 0,3 0 0,-2 0 0,1 0 0,0 0 0,0 0 0,2 0 0,-2 0 0,-1 0 0,1 0 0,1 0 0,3 0 0,-2 0 0,3 0 0,-1 0 0,1 0 0,0 0 0,-2 0 0,2 0 0,1 0 0,-3 0 0,2 0 0,-1 0 0,0 0 0,3 0 0,-3 0 0,0 0 0,-2 0 0,1 0 0,2 0 0,2 0 0,1 0 0,2 0 0,-4 0 0,2 0 0,0 0 0,3 0 0,0 0 0,-2 0 0,-2 0 0,1 0 0,-1 0 0,1 0 0,1 0 0,0 0 0,-5 0 0,0 0 0,1 0 0,0 0 0,1 0 0,-1 0 0,0 0 0,-1 0 0,2 0 0,1 0 0,1 0 0,-2 0 0,-1 0 0,-1 0 0,3 0 0,0 0 0,-1 0 0,-4 0 0,-1 0 0,-4 0 0,2 0 0,-2 0 0,-2 0 0,2 0 0,-5 0 0,0 0 0,0 0 0,1 0 0,0 0 0,-1 0 0,3 0 0,0 0 0,1 0 0,1 0 0,1 0 0,0 0 0,-3 0 0,1 0 0,0 0 0,-1 0 0,0 0 0,-1 0 0,-3 0 0,-1 0 0,-1 0 0,0 0 0,-2 0 0,1 0 0,-3 0 0,1 0 0,0 0 0,1 0 0,-2 0 0,1 0 0,0 0 0,1 0 0,-1 0 0,0 0 0,2 0 0,-2 0 0,1 0 0,0 0 0,0 0 0,3 0 0,-2 0 0,-1 0 0,2 0 0,-3 0 0,-1 0 0,-2 0 0,0 0 0,-2 0 0,-1 0 0,0 0 0,0 0 0,-2 0 0,2 0 0,0 0 0,0 0 0,1 0 0,2 0 0,-1 0 0,1 0 0,1 0 0,0 0 0,1 0 0,-1 0 0,2 0 0,-2 0 0,-2 0 0,-2 0 0,-3 0 0,-1 0 0,1 0 0,-4 0 0,-1 0 0,-4 0 0,1 0 0,-4 0 0,3 0 0,-2 0 0,-1 0 0,2 0 0,-5 0 0,0 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0:07:23.698"/>
    </inkml:context>
    <inkml:brush xml:id="br0">
      <inkml:brushProperty name="width" value="0.035" units="cm"/>
      <inkml:brushProperty name="height" value="0.035" units="cm"/>
    </inkml:brush>
  </inkml:definitions>
  <inkml:trace contextRef="#ctx0" brushRef="#br0">58 0 24779,'-6'0'0,"-1"0"2662,1 0 1,1 0 0,1 0-2663,-1 0 0,0 0 0,-2 0 0,1 0 0,2 0 0,1 0 0,10 0 0,3 0 0,0 0 0,2 0 0,3 0 0,0 0 0,2 0 0,-1 0 0,2 0 0,0 0 0,2 0 0,0 0 0,3 0 0,-1 0 0,1 0 0,1 0 0,1 0 0,1 0 0,0 0 0,-1 0 0,1 0 0,0 0 0,2 0 0,-2 0 0,2 0 0,-1 0 0,-2 0 0,4 0 0,0 0 0,0 0 0,-1 0 0,-2 0 0,1 0 0,1 0 0,2 0 0,1 0 0,0 0 0,0 0 0,-1 0 0,0 0 0,1 0 0,0 0 0,-1 0 0,-3 0 0,1 0 0,1 0 0,1 0 0,-2 0 0,0 0 0,-2 0 0,0 0 0,0 0 0,-1 0 0,1 0 0,0 0 0,-1 0 0,2 0 0,0 0 0,3 0 0,0 0 0,-1 0 0,0 0 0,0 0 0,2 0 0,2 0 0,2 0 0,-2 0 0,1 0 0,0 0 0,3 0 0,3 0 0,-2 0 0,1 0 0,2 0 0,0 0 0,2 0 0,2 0 0,0 0 0,0 0 0,0 0 0,0 0 0,0 0 0,2 0 0,-1 0 0,0 0 0,-2 0 0,-1 0 0,1 0 0,1 0 0,0 0 0,-3 0 0,-1 0 0,-1 0 0,1 0 0,1 0 0,-2 0 0,1 0 0,-2 0 0,-1 0 0,1 0 0,-1 0 0,-2 0 0,-2 0 0,-2 0 0,-1 0 0,-1 0 0,1 0 0,-1 0 0,1 0 0,-2 0 0,0 0 0,1 0 0,-1 0 0,1 0 0,-3 0 0,2 0 0,-1 0 0,2 0 0,3 0 0,-3 0 0,1 0 0,-1 0 0,0 0 0,-3 0 0,3 0 0,-2 0 0,-1 0 0,0 0 0,-2 0 0,1 0 0,0 0 0,-4 0 0,0 0 0,0 0 0,-1 0 0,1 0 0,-2 0 0,0 0 0,2 0 0,0 0 0,-1 0 0,3 0 0,1 0 0,-2 0 0,0 0 0,0 0 0,-1 0 0,0 0 0,1 0 0,-1 0 0,-2 0 0,0 0 0,0 0 0,-1 0 0,0 0 0,0 0 0,-2 0 0,-2 0 0,-2 0 0,-1 0 0,0 0 0,-2 0 0,-1 0 0,0 0 0,-3 0 0,0 0 0,1 0 0,-1 0 0,1 0 0,-1 0 0,0 0 0,1 0 0,-1 0 0,1 0 0,-1 0 0,-2 0 0,1 0 0,0 0 0,0 0 0,2 0 0,-1 0 0,1 0 0,-1 0 0,0 0 0,1 0 0,0 0 0,1 0 0,0 0 0,1 0 0,-3 0 0,1 0 0,-3 0 0,0 0 0,-2 0 0,1 0 0,-4 0 0,-1 0 0,1 0 0,-2 0 0,3 0 0,0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0:07:29.399"/>
    </inkml:context>
    <inkml:brush xml:id="br0">
      <inkml:brushProperty name="width" value="0.035" units="cm"/>
      <inkml:brushProperty name="height" value="0.035" units="cm"/>
    </inkml:brush>
  </inkml:definitions>
  <inkml:trace contextRef="#ctx0" brushRef="#br0">4 1 32767,'-4'0'0,"6"0"0,5 0 0,0 0 0,1 0 0,-1 0 0,2 0 0,0 0 0,0 0 0,1 0 0,0 0 0,2 0 0,-1 0 0,1 0 0,3 0 0,1 0 0,2 0 0,-1 0 0,1 0 0,0 0 0,2 0 0,1 0 0,0 0 0,4 0 0,-2 0 0,3 0 0,1 0 0,1 0 0,2 0 0,0 0 0,2 0 0,2 0 0,3 0 0,1 0 0,0 0 0,1 0 0,-1 0 0,1 0 0,2 0 0,-3 0 0,1 0 0,-4 0 0,-3 0 0,1 0 0,1 0 0,-1 0 0,-1 0 0,0 0 0,-2 0 0,2 0 0,2 0 0,-1 0 0,2 0 0,-1 0 0,0 0 0,4 0 0,0 0 0,4 0 0,0 0 0,1 0 0,-2 0 0,2 0 0,3 0 0,-2 0 0,2 0 0,-3 0 0,1 0 0,-2 0 0,2 0 0,-1 0 0,-1 0 0,-2 0 0,-2 0 0,1 0 0,2 0 0,-2 0 0,2 0 0,-1 0 0,0 0 0,1 0 0,2 0 0,1 0 0,-3 0 0,2 0 0,0 0 0,1 0 0,1 0 0,-3 0 0,1 0 0,-2 0 0,-1 0 0,0 0 0,-1 0 0,0 0 0,-1 0 0,-3 0 0,0 0 0,1 0 0,0 0 0,-3 0 0,1 0 0,-1 0 0,-1 0 0,1 0 0,1 0 0,0 0 0,-1 0 0,0 0 0,-1 0 0,1 0 0,1 0 0,-3 0 0,0 0 0,-1 0 0,-1 0 0,-1 0 0,1 0 0,0 0 0,-2 0 0,-2 0 0,0 0 0,-1 0 0,2 0 0,-2 0 0,1 0 0,0 0 0,0 0 0,1 0 0,0 0 0,-1 0 0,-2 0 0,2 0 0,-1 0 0,1 0 0,0 0 0,0 0 0,-1 0 0,-3 0 0,-1 0 0,-1 0 0,0 0 0,-2 0 0,-2 0 0,-2 0 0,1 0 0,0 0 0,1 0 0,1 0 0,-2 0 0,1 0 0,-1 0 0,3 0 0,-1 0 0,0 0 0,-1 0 0,-1 0 0,-1 0 0,0 0 0,-1 0 0,1 0 0,-2 0 0,-1 0 0,-1 0 0,1 0 0,-3 0 0,2 0 0,-1 0 0,0 0 0,-1 0 0,3 0 0,0 0 0,-2 0 0,4 0 0,0 0 0,3 0 0,0 0 0,0 0 0,2 0 0,-1 0 0,1 0 0,-3 0 0,1 0 0,-1 0 0,-3 0 0,-1 0 0,0 0 0,-3 0 0,1 0 0,-2 0 0,-2 0 0,-2 0 0,-2 0 0,3 0 0,-2 0 0,2 0 0,-3 0 0,3 0 0,-3 0 0,3 0 0,-3 0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0:07:46.313"/>
    </inkml:context>
    <inkml:brush xml:id="br0">
      <inkml:brushProperty name="width" value="0.035" units="cm"/>
      <inkml:brushProperty name="height" value="0.035" units="cm"/>
    </inkml:brush>
  </inkml:definitions>
  <inkml:trace contextRef="#ctx0" brushRef="#br0">0 0 32767,'0'7'0,"0"-3"0,0 0 0,0 1 0,0 1 0,0-1 0,0 1 0,0 1 0,0 0 0,0 1 0,0 0 0,0 2 0,0 0 0,0 5 0,0-3 0,0 2 0,0 0 0,0 0 0,0 2 0,0 1 0,0 0 0,0-1 0,0 0 0,0-1 0,0 0 0,0 0 0,0-3 0,0-1 0,0 0 0,0 0 0,0 1 0,0 1 0,0 0 0,0 0 0,0 0 0,0 2 0,0 2 0,0 2 0,0 0 0,0 1 0,0 2 0,0-2 0,0 4 0,0 0 0,0 1 0,0 0 0,0-1 0,0 0 0,0 0 0,0 0 0,0 0 0,0-2 0,0-2 0,0 1 0,0-4 0,0 1 0,0-1 0,0-1 0,0-3 0,0-1 0,0 1 0,0 2 0,0 0 0,0 0 0,0 1 0,0-2 0,0 2 0,0 1 0,0-1 0,0-2 0,0 2 0,0 0 0,0 1 0,0 1 0,0 1 0,0-1 0,0-1 0,0 2 0,0 3 0,0 1 0,0 1 0,0 2 0,0 1 0,0 2 0,0 0 0,0 1 0,0 2 0,0 0 0,0 0 0,0 1 0,0 1 0,0 2 0,0-1 0,0 1 0,0-3 0,0 2 0,0 1 0,0 2 0,0 1 0,0-1 0,0-1 0,0 1 0,0 1 0,0 1 0,0 1 0,0 0 0,0-1 0,0 1 0,0-1 0,0 0 0,0-1 0,0-1 0,0 0 0,0 0 0,0 0 0,0 0 0,0-2 0,0-1 0,0-2 0,0 1 0,0 0 0,0 4 0,0-1 0,0-2 0,0 1 0,0-3 0,0 4 0,0 2 0,0 1 0,0 0 0,0-3 0,0-1 0,0 1 0,0 3 0,0 1 0,0-1 0,0-1 0,0-1 0,0-1 0,0-2 0,0 0 0,0 0 0,0-1 0,0 2 0,0 0 0,0 1 0,0-1 0,0 0 0,0-2 0,0 1 0,0 0 0,0 2 0,0 0 0,0 1 0,0-3 0,0 1 0,0 1 0,0 3 0,0 0 0,0 0 0,0 0 0,0-3 0,0 1 0,0-1 0,0 0 0,0 0 0,0-5 0,0 0 0,0 0 0,0 1 0,0-3 0,0-3 0,0-1 0,0-3 0,0 0 0,0 0 0,0-2 0,0 0 0,0-4 0,0-1 0,0-1 0,0-2 0,0 0 0,0-1 0,0-1 0,0-2 0,0-2 0,0-1 0,0 1 0,0-1 0,0 0 0,0 1 0,0-1 0,0-1 0,0-1 0,0-2 0,0 2 0,0-2 0,0 1 0,0-4 0,0-1 0,0-5 0,0-3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0:07:50.946"/>
    </inkml:context>
    <inkml:brush xml:id="br0">
      <inkml:brushProperty name="width" value="0.035" units="cm"/>
      <inkml:brushProperty name="height" value="0.035" units="cm"/>
    </inkml:brush>
  </inkml:definitions>
  <inkml:trace contextRef="#ctx0" brushRef="#br0">126 315 32767,'3'-1'0,"0"-1"0,-2-2 0,1-2 0,-1-1 0,1-1 0,-1-1 0,2-1 0,-3-3 0,3-2 0,-1-2 0,0-3 0,3 0 0,-3-2 0,1 1 0,0-1 0,0 4 0,-2 3 0,2 2 0,-2 2 0,0 2 0,-1 6 0,0 3 0,-3 3 0,-1 4 0</inkml:trace>
  <inkml:trace contextRef="#ctx0" brushRef="#br0" timeOffset="450">312 33 20352,'-6'1'9830,"1"0"-8538,1 1 1,2 0-1293,-3-2 0,1 3 0,-2-1 0,-1 0 0,1-2 0,0 1 0,-1 1 0,-1-2 0,-2 2 0,0-1 0,-1-1 0,-2 2 0,-1 0 0,-2 0 0,0-1 0,-1-1 0,-2 0 0,1 0 0,1 2 0,2-1 0,-1 1 0,1-1 0,3-1 0,2 0 0,3 0 0,1 0 0,2 0 0,4 0 0,4-3 0,2 0 0</inkml:trace>
  <inkml:trace contextRef="#ctx0" brushRef="#br0" timeOffset="1151">434 270 32767,'-7'1'0,"1"0"0,-1 2 0,1-1 0,0 0 0,-1 0 0,1-1 0,-1 0 0,0-1 0,-1 0 0,0 0 0,-1-3 0,4-1 0,0-2 0,0-3 0,2-1 0,-1-3 0,1 0 0,3 1 0,0-4 0,0-1 0,1 0 0,3 0 0,1 3 0,3 0 0,-1 2 0,0 1 0,1 3 0,1 0 0,-1 3 0,-1 3 0,-1 1 0,1 1 0,-4 1 0,-1 1 0,-1 3 0,-1 0 0,-1 2 0,0-1 0,-2 1 0,0-1 0,-2 0 0,-3 1 0,-1-2 0,1 0 0,1 0 0,1 0 0,-1 0 0,2 0 0,0-2 0,0 0 0,4-1 0,-2 1 0,3 1 0</inkml:trace>
  <inkml:trace contextRef="#ctx0" brushRef="#br0" timeOffset="1666">639 59 20352,'4'0'4915,"-2"2"0,-1-1-4054,1 1 1,-1 0 0,0-1-862,-2 1 0,-3 1 0,-2-1 0,0 0 0,-1-1 0,1 3 0,-1-1 0,0 2 0,-1-1 0,0-2 0,-2 2 0,1 1 0,1-2 0,-2 3 0,2-3 0,0 1 0,1-2 0,1 1 0,-1-1 0,4 1 0,1-2 0,4 1 0,3 1 0,4-3 0,-1 2 0,2 0 0,-3 1 0,3-2 0,0 1 0,0 0 0,-1 1 0,2-1 0,-1 1 0,0 0 0,0 1 0,-3-1 0,1 1 0,0 1 0,1-2 0,-3 2 0,0 0 0,-2 0 0,1 2 0,-3-1 0,0 1 0,-2-1 0,0 0 0,-2 1 0,-1-1 0,0 1 0,-2-1 0,-3 0 0,-1-1 0,2-1 0,-3-2 0,1 2 0,0-1 0,-1-2 0,1 2 0,1-1 0,-1-1 0,-1 0 0,2-1 0,-1 0 0,0 0 0,1 0 0,1 0 0,3 0 0,0-3 0,-2 0 0</inkml:trace>
  <inkml:trace contextRef="#ctx0" brushRef="#br0" timeOffset="1949">787 309 32767,'2'-7'0,"0"0"0,-1-1 0,3-2 0,-1-4 0,2 0 0,-1-1 0,-2-3 0,2 1 0,1-2 0,-2 0 0,0 1 0,-3 0 0,0 2 0,0 0 0,0-1 0,0 2 0,0 3 0,0 0 0,0 4 0,0 0 0,-6-2 0,-1 0 0</inkml:trace>
  <inkml:trace contextRef="#ctx0" brushRef="#br0" timeOffset="2164">729 123 20352,'-3'6'9830,"2"1"-9184,-1-1 0,2 0 0,2-2 1,2-2-647,2-1 0,3-1 0,0 0 0,1 0 0,1 0 0,2-1 0,-1-1 0,0-2 0,-1-2 0,1 2 0,-1-1 0,0 0 0,0 0 0,0 0 0,-2 2 0,-1 0 0,-1 2 0,-1 0 0,1 1 0,-4 0 0,0 0 0</inkml:trace>
  <inkml:trace contextRef="#ctx0" brushRef="#br0" timeOffset="2901">1133 84 20352,'3'1'9830,"0"1"-7245,0-1-2585,-2 2 0,2-3 0,-6 0 0,-1 0 0,-2 0 0,-1 0 0,1 0 0,0 0 0,-1 0 0,-1 0 0,-2 2 0,1 1 0,0 0 0,-3 2 0,2 1 0,-2 0 0,2 1 0,-2-1 0,4 1 0,0-2 0,1 0 0,1 0 0,2 0 0,2 0 0,2 2 0,2-2 0,2 0 0,4-2 0,1-1 0,0 0 0,1-1 0,1 2 0,0-1 0,0 0 0,0-2 0,1 2 0,-2 1 0,1 0 0,-1 0 0,-2 2 0,1-1 0,-2 0 0,-1 0 0,1 0 0,-2 1 0,0-1 0,-2 0 0,-3 3 0,0-3 0,-1-1 0,-1 0 0,-2-1 0,-2-1 0,-1 1 0,1 0 0,-3 0 0,0-2 0,0 0 0,0 0 0,-3 0 0,1 1 0,-1 0 0,-1 1 0,1 1 0,-1-2 0,0 2 0,0-2 0,1 0 0,1 1 0,3 0 0,1-1 0,3 0 0,-2 2 0,3 1 0</inkml:trace>
  <inkml:trace contextRef="#ctx0" brushRef="#br0" timeOffset="3867">2198 52 20352,'0'-3'9830,"2"0"-7245,0 0-2585,0 2 0,-2-4 0,1 4 0,1-1 0,-1 4 0,1 2 0,1 3 0,-1 1 0,2 1 0,-1 3 0,0 2 0,2 2 0,-1 1 0,0 4 0,1 1 0,1 1 0,-2-2 0,0-1 0,1-2 0,-2-3 0,3-1 0,-2-2 0,-1-1 0,-1-3 0,2-2 0,0-1 0,0-3 0,-1-4 0,1-3 0,-1-3 0,0-2 0,1-4 0,1 0 0,0-1 0,0-3 0,-1 1 0,1-1 0,1-2 0,0 1 0,1 0 0,-2 0 0,0 0 0,0 1 0,-1 3 0,0 0 0,0 3 0,-2 5 0,3 0 0,-4 4 0,2 3 0,-3 0 0</inkml:trace>
  <inkml:trace contextRef="#ctx0" brushRef="#br0" timeOffset="4602">2544 180 20352,'-4'-2'9830,"0"-1"-8969,1 0 1,0 2 0,2-2-862,-1 0 0,-1 2 0,1-1 0,-2 1 0,-2 1 0,-1 1 0,2 1 0,0 2 0,1 2 0,1 3 0,0-1 0,-1 1 0,1 0 0,1-1 0,-1 1 0,1-1 0,0-2 0,0-1 0,3 0 0,1 0 0,-1-3 0,4-2 0,0 0 0,0-2 0,2-4 0,1-3 0,1-1 0,-1 1 0,-1 0 0,1 1 0,1-1 0,-1 2 0,-3 2 0,-1 1 0,1 1 0,-2 1 0,1 3 0,-1 1 0,-2 2 0,0 5 0,-2 1 0,0 3 0,-1-1 0,-3 1 0,3-1 0,-1 0 0,0-2 0,1-2 0,2 1 0,0-2 0,0-3 0,-3 1 0,-1-1 0</inkml:trace>
  <inkml:trace contextRef="#ctx0" brushRef="#br0" timeOffset="4847">2640 302 28729,'-4'0'1009,"0"0"1,2 0-1,0-2 1,1-3-1010,1-3 0,0-1 0,1-3 0,1-2 0,2-2 0,2-1 0,0-3 0,-1-1 0,-1 0 0,-2 0 0,2 1 0,-1 2 0,-2 1 0,2 1 0,-1 4 0,0 1 0,-2 5 0,-3 4 0,2 5 0,-3 3 0,-1 3 0,-1 4 0</inkml:trace>
  <inkml:trace contextRef="#ctx0" brushRef="#br0" timeOffset="5266">2743 123 28729,'0'4'4038,"0"0"-4038,0 1 0,0 1 0,0 0 0,0 2 0,0 0 0,0 1 0,0 3 0,0-2 0,0 2 0,1-1 0,0 0 0,2-2 0,0-2 0,0-1 0,1 0 0,1-2 0,3-1 0,2-4 0,0-1 0,0-2 0,-3-3 0,1-1 0,0-3 0,3-1 0,-3 0 0,1 0 0,0 2 0,-2 1 0,2-1 0,-2 1 0,-1 2 0,-2 5 0,-1 2 0,-3 8 0,-1 1 0,-1 4 0,-2 0 0,-1 4 0,0-1 0,0 0 0,1-1 0,-2 0 0,1-3 0,1-1 0,3-2 0,1-5 0,0-1 0,6-6 0,-2-1 0</inkml:trace>
  <inkml:trace contextRef="#ctx0" brushRef="#br0" timeOffset="5730">3083 290 28729,'-5'0'1009,"1"0"1,2 0-1,-1 0 1,-1 2-1010,0 0 0,2 0 0,-2-2 0,-1 0 0,-1 0 0,0 0 0,-1 0 0,1 0 0,0 0 0,-3 0 0,1 0 0,0-1 0,1-1 0,0-2 0,1-4 0,0-1 0,2-1 0,1 0 0,3-2 0,1 2 0,1-2 0,1 0 0,4 0 0,1 1 0,1 0 0,2 3 0,-2 0 0,0 1 0,0 3 0,0-1 0,-3 3 0,1 0 0,-4 2 0,0 2 0,-4 2 0,-1 0 0,-2 1 0,-4-1 0,0 2 0,0-1 0,1-1 0,-2 0 0,1 2 0,0-1 0,1-1 0,0-2 0,1 2 0,-1-1 0,1 2 0,-1-2 0</inkml:trace>
  <inkml:trace contextRef="#ctx0" brushRef="#br0" timeOffset="6413">3333 110 20352,'4'0'3276,"0"0"1,-1 0 0,0-1-1985,0-1 1,-2 1-1293,-3-1 0,1 1 0,-3-1 0,-1 0 0,-2 0 0,-1 2 0,0 0 0,0 0 0,-1 1 0,-1 0 0,1 2 0,0 1 0,-2-1 0,3 2 0,-1-1 0,0-1 0,2 1 0,-2-1 0,2 0 0,1 2 0,2 1 0,1-2 0,3 1 0,1 0 0,1 0 0,2 0 0,2-1 0,0 1 0,1 0 0,1 2 0,1-1 0,0 1 0,0-1 0,-1 0 0,2-1 0,-1-1 0,-1 1 0,-1-1 0,-1-1 0,1 1 0,-1-1 0,0-1 0,-1 3 0,-1 0 0,-3-2 0,2 2 0,-3 0 0,-3 0 0,-1 1 0,-1-1 0,-2-1 0,0 0 0,-1 1 0,0-2 0,0 0 0,-2 1 0,1-1 0,-1 0 0,-1 0 0,1 0 0,-1-2 0,0 1 0,1 0 0,-1-1 0,3-1 0,0 0 0,1 0 0,0-3 0,1-2 0,2 0 0,-2-2 0,3 1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0:07:59.410"/>
    </inkml:context>
    <inkml:brush xml:id="br0">
      <inkml:brushProperty name="width" value="0.035" units="cm"/>
      <inkml:brushProperty name="height" value="0.035" units="cm"/>
    </inkml:brush>
  </inkml:definitions>
  <inkml:trace contextRef="#ctx0" brushRef="#br0">0 52 32767,'5'0'0,"-1"-1"0,1-1 0,1 0 0,1-3 0,1 1 0,3-2 0,1 0 0,1 0 0,1 1 0,0 2 0,1 0 0,0-1 0,-3 1 0,-1 2 0,-3 0 0,-1 1 0,0 1 0,-1 1 0,-2 2 0,-2 2 0,-2 0 0,-2 1 0,0-1 0,-2 1 0,-1 0 0,-1 1 0,-1 0 0,-1 1 0,-1 0 0,-1 2 0,2-1 0,-1 0 0,0 0 0,1 0 0,-1-2 0,1 2 0,0-1 0,2-1 0,0-1 0,4 0 0,-1-1 0,0 1 0,2-1 0,3 0 0,2-2 0,4 0 0,1-3 0,1 1 0,1 0 0,2-2 0,0 0 0,1 0 0,1 0 0,0 0 0,-2 0 0,-1 0 0,-1 0 0,1 0 0,-2 0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0:08:00.096"/>
    </inkml:context>
    <inkml:brush xml:id="br0">
      <inkml:brushProperty name="width" value="0.035" units="cm"/>
      <inkml:brushProperty name="height" value="0.035" units="cm"/>
    </inkml:brush>
  </inkml:definitions>
  <inkml:trace contextRef="#ctx0" brushRef="#br0">1 39 28729,'3'-3'4038,"1"2"-4038,-2-4 0,-1 4 0,3-2 0,0 1 0,2 0 0,-1-2 0,4 1 0,1 0 0,0 0 0,2 0 0,2 2 0,0-1 0,1 0 0,2 2 0,-3 0 0,-1 0 0,-1 0 0,-4 2 0,0 2 0,-1 0 0,-3 0 0,-1 1 0,-3 1 0,0 1 0,-4-1 0,-2 0 0,-1 0 0,-1-2 0,-2 2 0,1-2 0,0 0 0,0 0 0,0-2 0,3 0 0,-1 1 0,-2-1 0,4 1 0,-1-2 0,0 1 0,2 0 0,1-1 0,0 1 0,1 0 0,2 1 0,3 0 0,0 1 0,4-1 0,0 0 0,1 0 0,-1 1 0,3-1 0,-2 0 0,1 0 0,1 0 0,0-2 0,-1 2 0,0 0 0,0-1 0,-3 1 0,1-1 0,-2 0 0,0 2 0,-3 1 0,-2 0 0,-2 0 0,-3-1 0,-3 1 0,0-1 0,-2 0 0,0 1 0,0-2 0,1 3 0,-1-3 0,-1 2 0,1-1 0,0-2 0,2 2 0,0-1 0,0 1 0,1-3 0,0 1 0,-2 2 0,-1-1 0</inkml:trace>
  <inkml:trace contextRef="#ctx0" brushRef="#br0" timeOffset="733">39 552 32767,'0'7'0,"0"-1"0,0 1 0,0 2 0,0-2 0,0 4 0,0 1 0,0 0 0,0 1 0,1-1 0,0 0 0,2-1 0,-1 1 0,0-4 0,1 0 0,0-1 0,2-1 0,1-2 0,0-2 0,1-1 0,0-2 0,1-1 0,0-2 0,1-2 0,-3-1 0,1-1 0,2 0 0,-2-4 0,1 2 0,-2-1 0,-2 1 0,0 0 0,2-2 0,-1 2 0,-1 1 0,-2-2 0,0 3 0,-1-1 0,1 0 0,-1 4 0,1-1 0,-1 0 0,-1 2 0,0 0 0,-2 3 0,0 1 0,-1 3 0,3 4 0,0 0 0,0 1 0,0 2 0,0 3 0,0 1 0,0 1 0,0-1 0,0 3 0,0 1 0,0 0 0,0 2 0,0 1 0,0 0 0,0 0 0,0-3 0,0-2 0,0-1 0,0-3 0,0-2 0,0-12 0,0-2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0:07:58.160"/>
    </inkml:context>
    <inkml:brush xml:id="br0">
      <inkml:brushProperty name="width" value="0.035" units="cm"/>
      <inkml:brushProperty name="height" value="0.035" units="cm"/>
    </inkml:brush>
  </inkml:definitions>
  <inkml:trace contextRef="#ctx0" brushRef="#br0">1 276 32767,'6'0'0,"0"0"0,1 0 0,1 0 0,2 0 0,0 0 0,2-1 0,4 0 0,0-1 0,2 0 0,1 1 0,1-1 0,0 0 0,2-2 0,-1 2 0,-2-2 0,0-1 0,-2 2 0,-1-3 0,-3 3 0,-1-4 0</inkml:trace>
  <inkml:trace contextRef="#ctx0" brushRef="#br0" timeOffset="585">154 238 32767,'-3'-1'0,"1"-1"0,1-2 0,1-2 0,1-1 0,1-2 0,1-1 0,2-3 0,-1-2 0,1 0 0,0-2 0,0 2 0,-1-1 0,1 0 0,0 0 0,0 2 0,-1 0 0,-1 2 0,1 2 0,-2 3 0,-1 1 0,0 0 0,-2 2 0,-1 2 0,-1 4 0,-4 2 0,1 3 0,0 1 0,-4 0 0,0 3 0,-3 1 0,1 2 0,-1 0 0,0 1 0,0-2 0,0 0 0,0-2 0,1-1 0,2-1 0,2-2 0,6-5 0,2-5 0,7-7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0:08:01.962"/>
    </inkml:context>
    <inkml:brush xml:id="br0">
      <inkml:brushProperty name="width" value="0.035" units="cm"/>
      <inkml:brushProperty name="height" value="0.035" units="cm"/>
    </inkml:brush>
  </inkml:definitions>
  <inkml:trace contextRef="#ctx0" brushRef="#br0">97 27 20352,'4'0'4915,"0"0"0,-2 0-3623,3 0 1,-3 0-1293,2 0 0,-3 0 0,2 0 0,-3-1 0,0-1 0,0 0 0,0-1 0,-3 0 0,2-1 0,-3 1 0,1 0 0,-1 0 0,0 1 0,-2 2 0,-1 0 0,-2 0 0,2 0 0,-2 0 0,2 0 0,1 0 0,-1 0 0,-1 1 0,1 1 0,2 2 0,0 0 0,-1 0 0,1 0 0,1 0 0,2 1 0,0 0 0,1 0 0,1 2 0,0-1 0,0 1 0,0-1 0,0 1 0,1-1 0,1 0 0,0 1 0,2-1 0,-1 0 0,0-2 0,-1 0 0,1-3 0,0 1 0,-2 0 0,3-1 0,-2 1 0,3-1 0,0 1 0,-2-1 0,1-1 0,1 0 0,-1 0 0,0 0 0,1 0 0,-1 0 0,0 0 0,0 0 0,3 0 0,-1 2 0,0 1 0,-2 0 0,2 0 0,-2 0 0,2 0 0,-2 1 0,0-1 0,-1 0 0,1 0 0,-2 2 0,2-1 0,1 2 0,-1 0 0,-1 1 0,0-1 0,-1 0 0,-2 1 0,0-1 0,0 1 0,0-2 0,-2 0 0,0 0 0,-3-3 0,1 1 0,-2 0 0,0-1 0,-3 0 0,1 1 0,-1-2 0,0 0 0,1-1 0,-2 0 0,0 0 0,0 0 0,2 0 0,0 0 0,1 0 0,0 0 0,1-2 0,0-1 0,2-1 0,1 3 0,3-5 0,0 2 0</inkml:trace>
  <inkml:trace contextRef="#ctx0" brushRef="#br0" timeOffset="999">148 565 20352,'6'0'9830,"-2"0"-8538,-1 0 1,-3 0-1293,0-2 0,-3 1 0,-1-1 0,-2 1 0,0 1 0,-1 0 0,1 0 0,-1 1 0,-1 1 0,-1 2 0,1 2 0,1 0 0,1 1 0,-1 2 0,1-1 0,0 2 0,-1 1 0,1-1 0,0 2 0,2-2 0,2 1 0,1 0 0,1-1 0,0 1 0,0-1 0,0-1 0,0 2 0,1-3 0,0 1 0,1 0 0,3-2 0,-1 2 0,2-2 0,-2-1 0,1-1 0,0-1 0,0-3 0,2 2 0,-1 0 0,1-2 0,-1 1 0,0-2 0,1-2 0,-1 0 0,1-2 0,-1-1 0,1 2 0,-2-2 0,0 1 0,0 1 0,-2-3 0,2 2 0,-1 0 0,-2 0 0,3-1 0,-2-1 0,0 0 0,-1 1 0,0 1 0,-2 0 0,0 0 0,-2 2 0,-3 1 0,0 1 0,-2 0 0,1 0 0,-1 3 0,-1-1 0,-1 2 0,1 1 0,1-2 0,1 2 0,-1 0 0,1 0 0,0 0 0,-1-1 0,1 1 0,0-1 0,2 0 0,1-1 0,3-1 0,3-3 0,0-5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0:08:26.843"/>
    </inkml:context>
    <inkml:brush xml:id="br0">
      <inkml:brushProperty name="width" value="0.035" units="cm"/>
      <inkml:brushProperty name="height" value="0.035" units="cm"/>
    </inkml:brush>
  </inkml:definitions>
  <inkml:trace contextRef="#ctx0" brushRef="#br0">0 123 32767,'5'0'0,"-1"0"0,1 0 0,1-2 0,0-1 0,1 0 0,-1 0 0,0-2 0,1 2 0,0-2 0,1 1 0,0 2 0,2-2 0,0 1 0,-3-1 0,3 3 0,-2-1 0,0 1 0,-1 1 0,0 0 0,1 0 0,1 0 0,-1 0 0,-4 0 0,1 1 0,0 1 0,0 2 0,-1 0 0,-1 0 0,0 1 0,0 1 0,1 0 0,-2 0 0,-1-1 0,-1-1 0,0 1 0,0-1 0,0 0 0,-1 0 0,-1 0 0,-1 1 0,-2 0 0,1 0 0,-1 2 0,-1-3 0,0 1 0,-1 1 0,1 2 0,-1 1 0,1-3 0,0 1 0,2-1 0,-2 0 0,2 1 0,-2-1 0,0 1 0,-1-2 0,2 0 0,0 0 0,1 0 0,1-2 0,0-1 0,0 1 0,-2-2 0,5 2 0,0-3 0,1 0 0,3 0 0,1 0 0,1 0 0,0 0 0,0 0 0,2 0 0,0 0 0,0 0 0,2 0 0,0 0 0,0 0 0,1 0 0,1 0 0,1 0 0,0 0 0,0 1 0,-1 0 0,-1 2 0,-3 0 0,-1-1 0,3 3 0,0-1 0</inkml:trace>
  <inkml:trace contextRef="#ctx0" brushRef="#br0" timeOffset="951">385 110 32767,'-3'0'0,"0"0"0,3-1 0,1 0 0,1-1 0,1-3 0,4 3 0,-1-2 0,1 3 0,-1-1 0,0 0 0,1 0 0,-1 1 0,1-1 0,1 1 0,1 1 0,-1 0 0,-1 0 0,-1 0 0,1 0 0,-1 0 0,0 0 0,1 0 0,-2 1 0,0 1 0,-1 0 0,-1 2 0,0-2 0,-2 2 0,1 1 0,0 1 0,-2 0 0,0 1 0,-2-1 0,0 1 0,-2-1 0,-1 1 0,-1-1 0,0 1 0,-1 1 0,1 0 0,0 0 0,-1 2 0,1-2 0,-1 0 0,1-1 0,2-1 0,-1 1 0,0-1 0,0 1 0,0-2 0,1 0 0,3 0 0,-1-4 0,4 1 0,-1 0 0,3-1 0,1 1 0,1 0 0,0-2 0,1 1 0,-1 1 0,1-1 0,0 1 0,1 0 0,0 0 0,1-2 0,-1 3 0,2-1 0,0 0 0,-2 1 0,2-1 0,-1 1 0,-1 0 0,-1-1 0,0 0 0,-1-1 0,1 1 0,-1-1 0,0-1 0,1-4 0</inkml:trace>
  <inkml:trace contextRef="#ctx0" brushRef="#br0" timeOffset="1734">738 27 32767,'0'-5'0,"-1"2"0,-1 0 0,1 0 0,-3 1 0,1 1 0,-1-1 0,2 1 0,-2 1 0,-1 0 0,2 1 0,0 1 0,1 3 0,0 0 0,0 2 0,2-1 0,0 0 0,0 1 0,0-1 0,0 1 0,0-1 0,0 1 0,2-1 0,2 0 0,0 1 0,1-1 0,-2 1 0,2-2 0,-1 0 0,1 0 0,1-3 0,0 2 0,1-3 0,-1 1 0,-2-4 0,1 1 0,-3-3 0,-1-1 0,0-1 0,0 0 0,0-1 0,1 0 0,0-1 0,-1 0 0,-1 0 0,0 1 0,0 0 0,-3 1 0,1 0 0,-1 1 0,0 1 0,-2 0 0,1-3 0,-2 1 0,-3-1 0,-1 1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0:08:40.508"/>
    </inkml:context>
    <inkml:brush xml:id="br0">
      <inkml:brushProperty name="width" value="0.035" units="cm"/>
      <inkml:brushProperty name="height" value="0.035" units="cm"/>
    </inkml:brush>
  </inkml:definitions>
  <inkml:trace contextRef="#ctx0" brushRef="#br0">1 96 28729,'0'-4'4038,"0"0"-4038,0 2 0,0-3 0,3 2 0,1-1 0,-1-1 0,2 2 0,0 1 0,0-1 0,2 3 0,-1-2 0,1 0 0,2 0 0,-1 1 0,2-1 0,1 1 0,-1 1 0,2-2 0,-2 0 0,1 1 0,0 0 0,-2-1 0,2 0 0,-2 0 0,-2 2 0,-1 0 0,1 0 0,-1 0 0,1 0 0,-3 0 0,0 2 0,-3 2 0,2 2 0,-3 1 0,-2-1 0,-1 1 0,0-1 0,1 1 0,-3-1 0,3 0 0,-2 1 0,-1-1 0,1 1 0,0-2 0,-1 0 0,-1 0 0,1-1 0,0 2 0,0 1 0,0-1 0,0 1 0,-2-1 0,0 0 0,-1 1 0,1-2 0,-2 0 0,2 0 0,0 0 0,1 0 0,0 1 0,-1-2 0,3 1 0,0-2 0,-1 1 0,2-2 0,1 2 0,2-2 0,1 0 0,2 1 0,1-1 0,0 0 0,3-2 0,1 1 0,0 1 0,3-2 0,-2 3 0,1-3 0,2 0 0,-2 0 0,0 0 0,1 0 0,-1 0 0,1 0 0,-1 0 0,-1 0 0,0 0 0,3 0 0,-2 0 0</inkml:trace>
  <inkml:trace contextRef="#ctx0" brushRef="#br0" timeOffset="901">379 51 32767,'4'-2'0,"-1"1"0,-3-2 0,2 3 0,0 0 0,1-1 0,1 0 0,-1-1 0,0 0 0,1 2 0,1 0 0,1 0 0,1 0 0,1 0 0,0 0 0,0 2 0,-1 1 0,0 2 0,1 0 0,1 0 0,-1 0 0,-1 2 0,-1-1 0,0 1 0,-1-1 0,-1 0 0,-3 1 0,2-1 0,-3-2 0,0 1 0,-3 0 0,2-2 0,-3-1 0,-1 1 0,-1-2 0,0 1 0,-1-1 0,1-1 0,-1 0 0,1 0 0,-1 1 0,1 1 0,0-2 0,0 4 0,2-2 0,2 0 0,4 2 0,1-2 0,4 2 0,-1-1 0,0 1 0,1-2 0,-1 2 0,1 1 0,-1 0 0,1 0 0,-1-1 0,0 1 0,1 1 0,-1 0 0,-2 1 0,-1-1 0,-1-2 0,-1 2 0,1-2 0,-3-1 0,-2 1 0,-1-1 0,0-2 0,0 1 0,0-1 0,-1 1 0,-1 0 0,-3-2 0,1 0 0,-1 0 0,0 0 0,2 0 0,-2 0 0,2 0 0,-2 0 0,2 0 0,-2 0 0,2 0 0,3-2 0,0 0 0,2-3 0,-1 1 0</inkml:trace>
  <inkml:trace contextRef="#ctx0" brushRef="#br0" timeOffset="1734">706 13 20352,'-6'0'4915,"-1"0"0,3 0-4054,0 0 1,2 0 0,-2-1-862,1-1 0,-2 1 0,1-1 0,0 2 0,1 0 0,0 2 0,0 0 0,2 2 0,-1 1 0,-1 1 0,3 0 0,0 1 0,0-1 0,1 0 0,1 1 0,0-1 0,3-1 0,-1-1 0,2 0 0,0 0 0,1 1 0,-1-2 0,0-1 0,1 1 0,-3-1 0,0-2 0,1 0 0,1 0 0,0 0 0,0-2 0,-1-2 0,-1 0 0,-1-1 0,0 0 0,0 0 0,-2-2 0,0 1 0,-1-1 0,0 1 0,0 0 0,0 1 0,-1 1 0,-1-1 0,-1 0 0,-3 0 0,1 2 0,1 0 0,-1 1 0,-1 2 0,0-3 0,-1-1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0:08:53.874"/>
    </inkml:context>
    <inkml:brush xml:id="br0">
      <inkml:brushProperty name="width" value="0.035" units="cm"/>
      <inkml:brushProperty name="height" value="0.035" units="cm"/>
    </inkml:brush>
  </inkml:definitions>
  <inkml:trace contextRef="#ctx0" brushRef="#br0">0 109 28729,'0'-4'4038,"0"1"-4038,0 1 0,1 1 0,1-1 0,2 1 0,2 1 0,0 0 0,1 0 0,-1 0 0,1 0 0,-1 0 0,0 0 0,3 0 0,0 0 0,-1 0 0,1 0 0,-1 0 0,1 0 0,-1 0 0,1 0 0,-1 0 0,-1 0 0,-1 0 0,1 0 0,-1 0 0,1 0 0,-1 0 0,0 0 0,-1 0 0,-1 0 0,-2 0 0,2 1 0,-2 1 0,1 0 0,-3 2 0,-3 0 0,-1 2 0,1 1 0,-3-3 0,2 0 0,0 1 0,0-2 0,0 3 0,-1-2 0,1 2 0,-1 0 0,-1-1 0,0-1 0,-1 1 0,1 1 0,0 0 0,-1 0 0,1 1 0,-1-1 0,1 1 0,0-1 0,-1 1 0,1-1 0,0 0 0,1 0 0,1-1 0,2-1 0,-3 1 0,4-2 0,2 0 0,4-3 0,3 0 0,1 0 0,-1 0 0,2 0 0,0 0 0,-1 0 0,3 0 0,-2 0 0,-1 0 0,2 0 0,-3 0 0,1 0 0,0 0 0,-2 2 0,2 0 0,-2 0 0,-1-2 0,1 0 0</inkml:trace>
  <inkml:trace contextRef="#ctx0" brushRef="#br0" timeOffset="1285">571 77 20352,'-1'4'9830,"0"-2"-8538,-1 1 1,-1-2-1293,1 1 0,1 0 0,-1 0 0,-2-2 0,3 3 0,-3-3 0,-1 0 0,-1-3 0,0 3 0,-1-2 0,1 1 0,-1 1 0,1 0 0,-1 0 0,1 0 0,0 0 0,-1 0 0,2 1 0,0 0 0,0 1 0,0 0 0,0 1 0,-2 1 0,1 2 0,1 0 0,2-1 0,0-1 0,-1 0 0,1 3 0,-1-1 0,3 1 0,-1-1 0,1 0 0,2 0 0,1-2 0,1-1 0,4-3 0,-1 0 0,-1 0 0,-1 0 0,1 0 0,1 0 0,0 0 0,0 0 0,1 0 0,-1 0 0,1 0 0,-1 0 0,0 0 0,1 0 0,-1 0 0,1 0 0,-1 3 0,1 1 0,-1-1 0,-2 3 0,0-3 0,1 2 0,-2-1 0,2 0 0,-3 3 0,1-1 0,-1 1 0,-1-1 0,1 0 0,-1 1 0,-1-1 0,0 1 0,-1-2 0,-1 0 0,1 0 0,-3-3 0,1 1 0,-1 0 0,0 1 0,-3-1 0,1 0 0,0 0 0,-3-1 0,0-1 0,1 0 0,-1 1 0,1 0 0,-2-2 0,1 0 0,1 0 0,-2 0 0,2 0 0,0 0 0,1 0 0,0 0 0,2 0 0,0-2 0,1 0 0,2-3 0,1 1 0,2-2 0,3-3 0,2-1 0</inkml:trace>
  <inkml:trace contextRef="#ctx0" brushRef="#br0" timeOffset="1999">776 26 32767,'-3'-4'0,"3"1"0,-2 0 0,-2 3 0,0-2 0,0 1 0,0 1 0,-1 0 0,1 0 0,0 1 0,0 1 0,0 2 0,-1 2 0,1 0 0,0 1 0,-1 2 0,4-2 0,-1 1 0,1 0 0,1-2 0,0 0 0,0 1 0,0-1 0,2-1 0,1-2 0,1 0 0,1-2 0,0 2 0,2-1 0,-1 0 0,1-2 0,-1 0 0,0-2 0,1 0 0,-3-2 0,0 1 0,1 0 0,1-2 0,-2-1 0,0-1 0,-1 1 0,-2 0 0,1-1 0,-1 1 0,1-1 0,0-2 0,-2 2 0,0-1 0,-2 2 0,0 2 0,-3 0 0,1-2 0,-2 2 0,0 2 0,1 1 0,-2 1 0,2 0 0,-4 0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0:09:04.191"/>
    </inkml:context>
    <inkml:brush xml:id="br0">
      <inkml:brushProperty name="width" value="0.035" units="cm"/>
      <inkml:brushProperty name="height" value="0.035" units="cm"/>
    </inkml:brush>
  </inkml:definitions>
  <inkml:trace contextRef="#ctx0" brushRef="#br0">6 161 31521,'-3'-4'623,"2"1"0,0 1-623,2 0 0,3-1 0,2 2 0,1-1 0,1-3 0,1 3 0,-1-1 0,-1 0 0,1-1 0,2 1 0,0 1 0,1-1 0,-1 3 0,1-3 0,-1 1 0,0 0 0,0 0 0,-4 2 0,1 0 0,-1 0 0,0 0 0,1 2 0,-4 0 0,-1 2 0,-1 1 0,-1-1 0,0 0 0,0 1 0,-3 1 0,0 0 0,-2 0 0,1 1 0,0 0 0,-3 1 0,-1 0 0,-1 0 0,1 0 0,1 0 0,-1 0 0,-1 0 0,1 2 0,1-2 0,-1 0 0,-1-1 0,1 2 0,1-1 0,2 1 0,0 0 0,0-4 0,2 1 0,1 0 0,-1 0 0,1-2 0,2 0 0,0-2 0,2 0 0,3-1 0,0-1 0,2 0 0,-1 0 0,1 0 0,2 0 0,0 0 0,3 0 0,-2 0 0,2 0 0,0 0 0,0 0 0,-1 0 0,0 0 0,-1 0 0,1 0 0,-2 0 0,0 0 0,-2 0 0,2 0 0,-2 0 0,-1 0 0</inkml:trace>
  <inkml:trace contextRef="#ctx0" brushRef="#br0" timeOffset="662">359 110 32767,'6'0'0,"1"0"0,-1-1 0,0-1 0,1 0 0,0 0 0,1 2 0,0 0 0,0 0 0,1 0 0,1 0 0,-1 0 0,0 0 0,2 0 0,-3 0 0,0 0 0,-1 0 0,0 0 0,-1 0 0,1 0 0,-3 0 0,0 0 0,-2 0 0,0 1 0,-4 1 0,-1 2 0,-2 2 0,1 0 0,-1-2 0,1 2 0,0-2 0,-1 2 0,-1 0 0,0 1 0,-1 1 0,1 1 0,-1-2 0,1 0 0,0 1 0,-1-1 0,1 2 0,-1 0 0,1-1 0,-1 1 0,1-2 0,0 1 0,2-2 0,1 0 0,0-2 0,3 2 0,-2-2 0,4-1 0,2-1 0,2-1 0,0-1 0,1 0 0,1 0 0,1 0 0,0-1 0,-1 0 0,0-2 0,0 2 0,1 0 0,0-1 0,-1 0 0,-1 1 0,-1 0 0,1 1 0,-1-1 0,1-1 0,-1 1 0,0-2 0</inkml:trace>
  <inkml:trace contextRef="#ctx0" brushRef="#br0" timeOffset="1432">769 39 20352,'0'-4'9830,"0"-1"-7245,0 4-2585,0-5 0,-3 5 0,-1-3 0,1 2 0,-2 0 0,1 2 0,-2 2 0,0 2 0,2 2 0,1 1 0,0-1 0,2 0 0,-2 1 0,1-1 0,0 1 0,0 0 0,2 1 0,0 0 0,0 0 0,3-1 0,1 0 0,2-1 0,0-2 0,1 0 0,-2-1 0,0 1 0,0-3 0,0 1 0,0-1 0,2-1 0,-3 0 0,0-1 0,-1-1 0,1-2 0,-2-2 0,1 0 0,0 0 0,-1-1 0,-2 0 0,0-1 0,0 0 0,0 0 0,0-2 0,0 2 0,0 0 0,0 0 0,-2 0 0,-1 3 0,0 2 0,-1-2 0,-3 1 0,4 1 0,-3-3 0,2 2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0:09:14.455"/>
    </inkml:context>
    <inkml:brush xml:id="br0">
      <inkml:brushProperty name="width" value="0.035" units="cm"/>
      <inkml:brushProperty name="height" value="0.035" units="cm"/>
    </inkml:brush>
  </inkml:definitions>
  <inkml:trace contextRef="#ctx0" brushRef="#br0">0 90 32767,'1'-4'0,"1"0"0,3 0 0,0 1 0,2-1 0,1-3 0,2 1 0,0 2 0,0-2 0,3 2 0,1-2 0,1 0 0,-2 2 0,2 0 0,-1 1 0,-2 2 0,-1 0 0,-1 1 0,-1 1 0,-1 1 0,-1-1 0,0 4 0,-2 0 0,0 0 0,0 2 0,-3-1 0,-1 1 0,0-1 0,-1-2 0,0 1 0,0 0 0,0 0 0,0 0 0,-1-1 0,-1 1 0,-1 1 0,-4 0 0,1 0 0,-1-1 0,1-1 0,-1 1 0,1 1 0,-2 0 0,-1 1 0,0 0 0,0 1 0,1-1 0,-2 3 0,1-2 0,1 1 0,-1-1 0,0-1 0,2-1 0,2 0 0,0-1 0,3-1 0,1 0 0,3 0 0,2-2 0,3-1 0,0-1 0,3 2 0,0 0 0,-2 0 0,3-2 0,0 0 0,1 0 0,-1 0 0,0 0 0,-1 0 0,0 0 0,2 0 0,-3 0 0,0 0 0,1 0 0,-2 0 0,-1 0 0,-1-1 0,0-1 0,1-1 0,-1-4 0</inkml:trace>
  <inkml:trace contextRef="#ctx0" brushRef="#br0" timeOffset="631">392 77 32767,'-4'0'0,"1"0"0,4 0 0,1 0 0,2 0 0,2 0 0,1-1 0,-1 0 0,0-1 0,1 0 0,-1 2 0,1 0 0,-2-1 0,0-1 0,0 1 0,0-1 0,0 1 0,2 1 0,-3 0 0,0 0 0,1 0 0,1 0 0,0 1 0,1 1 0,-3-1 0,0 1 0,1-1 0,-2 1 0,-1 3 0,-1-2 0,-1 2 0,0-1 0,-1 2 0,-1 1 0,-2-1 0,0 0 0,0 1 0,-1-1 0,-1 1 0,2-1 0,0 1 0,-1-1 0,-1 0 0,0 1 0,1-1 0,1 1 0,-1-1 0,2 0 0,-2 1 0,0-1 0,2 0 0,-1-1 0,1-1 0,1 0 0,5 0 0,1-2 0,2-1 0,3-1 0,-1 0 0,0 0 0,-1 0 0,2 0 0,-1 0 0,0-1 0,-1-1 0,0 1 0,-1-1 0,0 1 0,1 1 0,-1-2 0,1-2 0,-1-2 0</inkml:trace>
  <inkml:trace contextRef="#ctx0" brushRef="#br0" timeOffset="1414">764 38 20352,'0'-4'4915,"0"0"0,0 2-4054,0-3 1,-1 2 0,0-2-862,-2 1 0,1 2 0,-1 0 0,-1 1 0,1-1 0,-2 0 0,0 1 0,0 1 0,0 1 0,1 2 0,-1 1 0,2 0 0,-2 2 0,1 1 0,0-1 0,1 3 0,1-1 0,0 0 0,1-1 0,0 2 0,1-1 0,0 0 0,0-1 0,1 0 0,0-1 0,2 0 0,1-2 0,0 0 0,2-3 0,1 1 0,-1 0 0,1-2 0,1 0 0,1 0 0,-1-3 0,-1 2 0,-1-3 0,0-1 0,-2-1 0,2 0 0,-3-1 0,1 1 0,-2-1 0,1-1 0,-1-1 0,0 1 0,-2 1 0,0 1 0,0-1 0,0 2 0,-3 0 0,2 0 0,-3 1 0,-1 0 0,-1 0 0,2 2 0,-1 0 0,0 1 0,0 1 0,-2 0 0,1 0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0:09:23.422"/>
    </inkml:context>
    <inkml:brush xml:id="br0">
      <inkml:brushProperty name="width" value="0.035" units="cm"/>
      <inkml:brushProperty name="height" value="0.035" units="cm"/>
    </inkml:brush>
  </inkml:definitions>
  <inkml:trace contextRef="#ctx0" brushRef="#br0">1 65 20352,'0'-4'4915,"0"-1"0,0 3-2330,0-2-2585,0 2 0,3 0 0,1 2 0,2 0 0,0 0 0,0 0 0,2 0 0,0 0 0,1 0 0,3-1 0,-2-1 0,2 0 0,0 0 0,0 1 0,-1 0 0,-3-1 0,2 0 0,-2 2 0,0 0 0,-1 0 0,-3 0 0,0 0 0,-1 3 0,1-2 0,-2 3 0,0 1 0,-2-1 0,0 0 0,0 1 0,0-1 0,0 0 0,0-2 0,0 2 0,0 1 0,-2-1 0,-1 0 0,0 1 0,-1 0 0,-2 0 0,1 0 0,1 2 0,-3 0 0,-1 1 0,0 0 0,1 1 0,-2 0 0,1 2 0,-1-1 0,0 0 0,2 0 0,-2-1 0,2-1 0,1-1 0,1-1 0,2 1 0,0-1 0,1-2 0,2 1 0,0-4 0,3 1 0,0-1 0,4-1 0,-1 0 0,0 0 0,1-2 0,-1 0 0,1 0 0,2 1 0,-1 1 0,2 0 0,2 0 0,0 0 0,1 0 0,0 0 0,-1 0 0,1 0 0,0 0 0,0 0 0,-1 0 0,-1 0 0,1 0 0,-5 0 0,2 0 0</inkml:trace>
  <inkml:trace contextRef="#ctx0" brushRef="#br0" timeOffset="564">418 244 20352,'0'5'9830,"0"-1"-7245,0-3-2585,0 2 0,0-3 0,0-3 0,0-1 0,0-2 0,0-2 0,2-1 0,0-1 0,0-1 0,-2-2 0,0 0 0,0 0 0,1-2 0,0 1 0,1-1 0,0-1 0,-1 2 0,-1-1 0,0 3 0,0 1 0,0 2 0,0 2 0,0 1 0,0 3 0,0 3 0,0 3 0,0 3 0,0 1 0,0 2 0,2-2 0,2 2 0</inkml:trace>
  <inkml:trace contextRef="#ctx0" brushRef="#br0" timeOffset="1283">629 33 20352,'-2'-5'3276,"0"1"1,-1 1 0,2-2-1985,-1 0 1,-1 4-1293,1-1 0,0 1 0,-2 1 0,2 0 0,-2 1 0,-1 1 0,2 1 0,0 4 0,1-1 0,0 1 0,-1-1 0,3 1 0,0-1 0,0 0 0,0 3 0,0-1 0,0 0 0,0-1 0,1 0 0,1-1 0,0 0 0,2-2 0,-2 1 0,2-2 0,1 1 0,1-2 0,1 1 0,-1 0 0,-2-1 0,1-2 0,-1-2 0,-1 0 0,0-1 0,-1-1 0,0 0 0,1 0 0,-3-2 0,0-1 0,0 1 0,0-1 0,0 0 0,0-1 0,0 0 0,0-1 0,0 3 0,-1 0 0,-1-1 0,0-1 0,-2-1 0,-1 1 0,2 3 0,-2 2 0,0 0 0,-3 1 0,-2 2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57:14.308"/>
    </inkml:context>
    <inkml:brush xml:id="br0">
      <inkml:brushProperty name="width" value="0.035" units="cm"/>
      <inkml:brushProperty name="height" value="0.035" units="cm"/>
    </inkml:brush>
  </inkml:definitions>
  <inkml:trace contextRef="#ctx0" brushRef="#br0">0 13 20252,'2'-4'4915,"0"0"0,1 2-2230,-1 0-2685,-1 1 0,2 1 0,-3 1 0,0 1 0,2 0 0,1 1 0,0 1 0,2-1 0,-1 0 0,0 1 0,1 0 0,1 0 0,0 1 0,2 0 0,-1 0 0,2 2 0,-1-3 0,-1 0 0,-1 1 0,1 1 0,1-2 0,1 1 0,-1 0 0,-1-1 0,-1 1 0,1-1 0,-1 0 0,0-1 0,1 1 0,-1 1 0,-1-2 0,-1 0 0,0 0 0,2-2 0,0 2 0,-2 1 0,2-3 0,-2 2 0,0-1 0,0 0 0,1 3 0,1-1 0,0 0 0,-1-1 0,-1-2 0,1 2 0,1 1 0,-1-1 0,0 0 0,0-1 0,0 2 0,0-1 0,0-1 0,-1-1 0,1 1 0,1 1 0,0 2 0,0-2 0,1 0 0,-1 2 0,1-1 0,-1 1 0,0 0 0,1 0 0,0 0 0,1 0 0,0 2 0,1-2 0,-2 0 0,1 0 0,0 0 0,3 0 0,-2 2 0,-1-1 0,-1 1 0,0-2 0,1 0 0,0 0 0,0 0 0,-1 0 0,0 1 0,-1-1 0,0-1 0,1 0 0,-1 1 0,1-1 0,-1 1 0,0-1 0,1 0 0,-1 0 0,1 0 0,-1 1 0,1-2 0,-1-1 0,0 1 0,3 2 0,-1-3 0,0 1 0,-1 0 0,0 1 0,0-1 0,1 0 0,0 0 0,1 2 0,-3-1 0,1 0 0,-1 0 0,1 0 0,-1 1 0,0-1 0,1 1 0,-1 0 0,1 0 0,-1-1 0,0 1 0,1 1 0,0 0 0,2 1 0,-4-1 0,4 0 0,1 1 0,-2-1 0,1 0 0,-2-1 0,-1-1 0,1-2 0,-1 2 0,1 0 0,-1-1 0,0 1 0,1 2 0,-1-2 0,0 0 0,-1-3 0,-1 1 0,1 3 0,1-3 0,-2 1 0,1-1 0,-3-1 0,2 1 0,-2-2 0,2 1 0,-2 1 0,3-1 0,-1 5 0,0-6 0,1 3 0,-4-2 0,1 1 0,-1-1 0,-1 2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57:20.223"/>
    </inkml:context>
    <inkml:brush xml:id="br0">
      <inkml:brushProperty name="width" value="0.035" units="cm"/>
      <inkml:brushProperty name="height" value="0.035" units="cm"/>
    </inkml:brush>
  </inkml:definitions>
  <inkml:trace contextRef="#ctx0" brushRef="#br0">924 1 32767,'-4'0'0,"1"0"0,3 0 0,-2 3 0,0-3 0,-2 3 0,2-3 0,-2 0 0,-1 0 0,-1 0 0,-1 0 0,1 0 0,0 0 0,-1 2 0,1 1 0,-1-1 0,1 1 0,0-2 0,-2 3 0,1-1 0,-2 1 0,0-1 0,3 2 0,0 0 0,-1 0 0,0-2 0,-1 1 0,0-1 0,0 1 0,1-1 0,0 2 0,1-1 0,-1-1 0,0 1 0,0-1 0,-2 0 0,1 2 0,1-2 0,0 0 0,-1-1 0,-1 0 0,0 1 0,1-1 0,0 0 0,0-1 0,1 1 0,0-1 0,-1 1 0,-1 0 0,1 0 0,1 1 0,0-2 0,-1 0 0,1 1 0,-2 0 0,2 0 0,0 1 0,1-2 0,0 2 0,-1-1 0,1 0 0,-1 2 0,1-1 0,0 0 0,-1 0 0,1 1 0,-1-1 0,1 0 0,0 0 0,1 2 0,1-2 0,-1 1 0,-1 1 0,0-3 0,-1 2 0,1 0 0,0 0 0,-3 2 0,1-3 0,0 1 0,1 1 0,-2-2 0,0 2 0,1 0 0,-1 0 0,1-2 0,0 1 0,1-1 0,0 1 0,0-2 0,-1 1 0,0 0 0,0-1 0,1 1 0,0-1 0,1 0 0,0 1 0,-1-3 0,1 3 0,-1-1 0,1 1 0,2-1 0,-1-2 0,0 2 0,0 0 0,-2 1 0,0-1 0,-1 2 0,3 0 0,-2-1 0,2 0 0,-1-1 0,-1 0 0,1 1 0,0 1 0,-1-1 0,1 2 0,-1-1 0,1-1 0,0 1 0,-1-2 0,1 0 0,-1 1 0,1-1 0,-1 1 0,2 1 0,1-1 0,-2-1 0,2 1 0,-2-1 0,-1 0 0,1 2 0,0-1 0,-1 0 0,1 0 0,1 0 0,1-2 0,-1 1 0,0 1 0,0-2 0,1 2 0,0-1 0,0-2 0,1 0 0,3-3 0,0-1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57:27.957"/>
    </inkml:context>
    <inkml:brush xml:id="br0">
      <inkml:brushProperty name="width" value="0.035" units="cm"/>
      <inkml:brushProperty name="height" value="0.035" units="cm"/>
    </inkml:brush>
  </inkml:definitions>
  <inkml:trace contextRef="#ctx0" brushRef="#br0">0 7 23459,'5'-1'9308,"-1"-1"-9308,-3 1 0,2-2 0,-3 3 0,0 0 0,2 1 0,0 1 0,3 0 0,0 2 0,-2-3 0,1 2 0,-1-1 0,1 0 0,-1 1 0,2-1 0,0 0 0,0-1 0,-2 2 0,2-1 0,-1 0 0,-1 1 0,3-2 0,-2 2 0,2 0 0,0-2 0,1 3 0,-1-1 0,-1-1 0,-1-2 0,0 0 0,0 3 0,1-3 0,0 2 0,0 0 0,-1 0 0,2-1 0,-2 1 0,1-1 0,-1 1 0,2-1 0,-3 2 0,2-1 0,-1 0 0,0 1 0,3-1 0,-1 2 0,0 0 0,1 0 0,-1-2 0,1 2 0,-1-1 0,-2 1 0,1-2 0,0 0 0,-2 1 0,2-1 0,0-1 0,-2 2 0,1-1 0,1 0 0,-1 0 0,0 0 0,0 3 0,3-3 0,-1-1 0,-1 2 0,-1-1 0,0 0 0,0 1 0,1-2 0,0 2 0,0 0 0,2-2 0,-1 3 0,1-1 0,-1-2 0,-1 0 0,1 1 0,1 0 0,0-1 0,0 2 0,0 0 0,0 0 0,1 0 0,-1 2 0,3-2 0,-2 2 0,1-1 0,-1-2 0,-1 2 0,1 1 0,1-2 0,0 2 0,-1-2 0,0 0 0,0 0 0,0 1 0,0-1 0,0 0 0,0 0 0,-1 1 0,1-1 0,-1 0 0,2-1 0,0 1 0,-3-1 0,0 0 0,1-1 0,-1 2 0,1 0 0,-1 0 0,0 0 0,1 2 0,-1-2 0,1 1 0,-1 1 0,0-3 0,0 0 0,-2 1 0,2-2 0,-2 3 0,2-1 0,1 2 0,-1-2 0,0 1 0,1-1 0,-1-1 0,0 1 0,-2 0 0,3-1 0,-2 2 0,0-1 0,1-2 0,0 2 0,0 0 0,1 0 0,-1 0 0,0 1 0,1-2 0,-1 0 0,1 1 0,0-2 0,1 1 0,0-1 0,0 1 0,-1-1 0,-1 1 0,1 0 0,-1 0 0,1-1 0,1 1 0,1-2 0,-1 0 0,-1 3 0,-1-1 0,1-1 0,-1 0 0,0 1 0,1 0 0,-1-1 0,1 0 0,-1 1 0,1 0 0,0 0 0,1-1 0,-1 1 0,2 0 0,-2 0 0,-1 1 0,1-2 0,-1 3 0,1-1 0,-1-2 0,1 2 0,1-1 0,1 0 0,-2 1 0,1-2 0,-2 1 0,1-1 0,2 2 0,-2-3 0,1 2 0,-1 0 0,0 0 0,1-1 0,1 1 0,-1-1 0,-1 1 0,2-1 0,-1 2 0,0-1 0,-1 0 0,-1 1 0,1-2 0,-1 2 0,1-2 0,-1 2 0,1-1 0,-1 0 0,0 1 0,1-2 0,-1 2 0,1-1 0,-1 0 0,0 0 0,1-1 0,-1 1 0,1-1 0,-1 3 0,0-1 0,1 1 0,-1-2 0,1 0 0,-1 0 0,1 1 0,-1 1 0,-2-3 0,1 1 0,-1 0 0,-1 0 0,3-1 0,-2 1 0,2 1 0,0-1 0,1 1 0,-1 0 0,1-1 0,-1 0 0,0 1 0,-1 0 0,-1 0 0,0 0 0,3-2 0,-1 2 0,1 1 0,-1-3 0,0 2 0,1-1 0,-1 0 0,0 1 0,-1-1 0,-1 0 0,1-1 0,1 1 0,0-1 0,1 1 0,-2 1 0,0-2 0,0 1 0,-2 1 0,2-1 0,0 0 0,-3 0 0,1-1 0,0 1 0,0-1 0,-1 1 0,-1-2 0,2 0 0,-3 3 0,0 1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57:10.677"/>
    </inkml:context>
    <inkml:brush xml:id="br0">
      <inkml:brushProperty name="width" value="0.035" units="cm"/>
      <inkml:brushProperty name="height" value="0.035" units="cm"/>
    </inkml:brush>
  </inkml:definitions>
  <inkml:trace contextRef="#ctx0" brushRef="#br0">1 6 32767,'3'0'0,"0"-2"0,-3 1 0,0-2 0,0 3 0,3 0 0,0 1 0,2 0 0,-1 1 0,1 3 0,1-1 0,0 0 0,1 0 0,-1 1 0,1 0 0,-1 0 0,0 0 0,1-1 0,-1 2 0,1 1 0,-1-1 0,1 0 0,1-1 0,1-1 0,-2 1 0,1 0 0,-2 0 0,0-1 0,1-1 0,-3 1 0,0-1 0,1 0 0,1-1 0,-2 3 0,1-2 0,0 0 0,0 1 0,1 1 0,-1-2 0,-1 0 0,-2 2 0,3-1 0,-1 0 0,0 0 0,1-2 0,-3 2 0,2-1 0,1 1 0,-2-3 0,1 2 0,0-1 0,-1 1 0,1-1 0,1 0 0,-1 0 0,0 1 0,1-2 0,-1 1 0,1 0 0,-2-1 0,2 1 0,0 0 0,0 2 0,2-1 0,-1 0 0,1 0 0,-1 1 0,0-2 0,2 0 0,0 1 0,-1-2 0,2 3 0,-1 0 0,0-1 0,0-1 0,2 2 0,-1-1 0,-1 1 0,0-2 0,0 2 0,0-1 0,0 1 0,-1-2 0,0 1 0,-1 1 0,1 0 0,-1-2 0,1 1 0,1 1 0,0-1 0,0 0 0,-3 0 0,2 1 0,1-1 0,-1-1 0,-1 1 0,1-1 0,-1 0 0,0 2 0,1-1 0,-1 0 0,1 0 0,-1 1 0,0-1 0,1 0 0,-1-1 0,3 3 0,-1-2 0,0 0 0,-1-1 0,0 2 0,-1-1 0,1-2 0,-3 2 0,0-1 0,0 0 0,0 1 0,2-2 0,-3 2 0,1-1 0,1 0 0,-3 1 0,2-2 0,1 1 0,0 1 0,0-1 0,-1 0 0,1 2 0,1-1 0,1 0 0,-1 0 0,0 0 0,0 1 0,-2-1 0,2-1 0,-2 1 0,2-1 0,0 1 0,0 2 0,-1-1 0,-1-1 0,1 0 0,1-2 0,0 1 0,1 0 0,-1-1 0,-2 1 0,-1-1 0,0 1 0,-3-1 0,3-1 0</inkml:trace>
  <inkml:trace contextRef="#ctx0" brushRef="#br0" timeOffset="1928">1463 1071 32767,'-3'0'0,"-1"0"0,2 0 0,1 0 0,-2 0 0,1 0 0,0 1 0,-2 0 0,-1 1 0,-1 1 0,-1-3 0,-1 2 0,0-1 0,0 1 0,0 0 0,0 0 0,0-1 0,-2 1 0,0 1 0,0-1 0,1 1 0,-2-2 0,1 1 0,0 0 0,-2 0 0,3 1 0,0 0 0,0 0 0,-2 0 0,2-2 0,2 1 0,-1 0 0,2 1 0,-1-1 0,-1 0 0,-1 1 0,1-2 0,2 1 0,-1 1 0,1-1 0,-3 2 0,1-1 0,-1 0 0,0 2 0,1-1 0,-2 0 0,0 1 0,0 1 0,1-2 0,-1 0 0,0 1 0,1 1 0,0-2 0,-1 1 0,1-1 0,1-1 0,1 2 0,0-2 0,1 0 0,0 0 0,-1 2 0,1-1 0,-1-1 0,3 1 0,0-3 0,-1 1 0,1 1 0,0-1 0,-1 0 0,-1 0 0,0-1 0,-1 1 0,1-2 0,0 3 0,-1-3 0,1 0 0,1 2 0,1 1 0,-1-2 0,-1 0 0,-1 1 0,-1 0 0,0 0 0,0 1 0,0 0 0,0 2 0,0-2 0,0 0 0,0 1 0,0-1 0,0 0 0,0 0 0,-1 1 0,0-1 0,1 0 0,1 0 0,0 0 0,-1-2 0,0 1 0,-1 3 0,2-3 0,-1-1 0,0 0 0,-1 1 0,3 1 0,-1 0 0,-2-1 0,1 3 0,-2-1 0,0 0 0,0 1 0,-1-1 0,-1 3 0,1 1 0,0 0 0,1 1 0,-3-3 0,2 1 0,0-1 0,4 0 0,-2-1 0,2-2 0,0 0 0,1 0 0,0-1 0,-1-1 0,1 1 0,2-1 0,1-1 0,1 0 0,0 0 0,-2 0 0,0 0 0,-3 0 0,3 0 0,0 0 0,-1 1 0,-1 1 0,2-2 0,-1 3 0,1 0 0,0-2 0,0 2 0,1 0 0,1-3 0,2 3 0,0-3 0,-3 3 0,0 0 0</inkml:trace>
  <inkml:trace contextRef="#ctx0" brushRef="#br0" timeOffset="44512">2105 578 32767,'0'-4'0,"3"1"0,1 1 0,2 0 0,1-3 0,1 1 0,3-2 0,1 0 0,2 1 0,0 1 0,2-1 0,0-1 0,-2 1 0,2 0 0,-2 3 0,-1-1 0,1 2 0,-4-1 0,1 1 0,0 1 0,-4 2 0,2 1 0,-2 1 0,-1 1 0,1-2 0,-1 2 0,-2 0 0,1 0 0,-3 2 0,-1-1 0,0 1 0,-2-1 0,0 1 0,-2 1 0,0 0 0,-2 3 0,-3-2 0,-2 1 0,1 2 0,0-2 0,-2 0 0,1 2 0,0 0 0,-2-1 0,3-1 0,0 2 0,-1 0 0,0-1 0,1-1 0,1 1 0,-2-1 0,3 2 0,-3-1 0,0 1 0,0 1 0,2 0 0,-1-1 0,2-1 0,1 0 0,0-1 0,1 1 0,1-1 0,2-1 0,-1 0 0,4-3 0,1-2 0,3 1 0,3-3 0,3 0 0,1 1 0,1-2 0,2 1 0,0-1 0,2-1 0,0-3 0,1 1 0,-1 0 0,-2-1 0,1 2 0,-1-3 0,-1 1 0,0-4 0,-1-1 0</inkml:trace>
  <inkml:trace contextRef="#ctx0" brushRef="#br0" timeOffset="45362">2534 501 27168,'0'-4'2799,"-2"2"1,1 1-2800,-1-1 0,2 1 0,2-1 0,2 1 0,2-1 0,0 0 0,1 0 0,2 2 0,0 0 0,3 0 0,-2 0 0,2 0 0,0 0 0,1 2 0,-1 2 0,-1 0 0,1 1 0,-2-3 0,0 2 0,-2 1 0,-1-1 0,0-1 0,-2 1 0,0-1 0,-2-1 0,-3 3 0,0 0 0,-3 0 0,-2 2 0,-1-1 0,-3 1 0,2-3 0,-2 0 0,0 1 0,1 1 0,-3-1 0,2 0 0,0 0 0,-1 0 0,2 0 0,1 0 0,1-2 0,0 0 0,-1 1 0,1-1 0,2-1 0,2 1 0,1-2 0,2 3 0,1-1 0,0 1 0,3-2 0,0 1 0,2 1 0,1-1 0,2 1 0,-3 1 0,2-1 0,-1 1 0,1 1 0,0 0 0,-1 1 0,1-1 0,-1 0 0,0 0 0,-1-1 0,0 0 0,-2 4 0,0-3 0,-1 1 0,-1 1 0,1-2 0,-2 0 0,0 1 0,-2-1 0,0 1 0,0-1 0,0 0 0,0 1 0,-2 0 0,-1 1 0,0 0 0,-2 0 0,1-1 0,0-2 0,-1-1 0,-1 1 0,2-2 0,0 1 0,-1-1 0,-1-2 0,-3 2 0,1-1 0,-1 0 0,0-2 0,1 0 0,-2 0 0,-2 0 0,0 0 0,1 0 0,1 0 0,1 0 0,1-2 0,-1 0 0,0-1 0,2-1 0,-1 0 0,4 2 0,0-2 0,3 0 0,-2-3 0</inkml:trace>
  <inkml:trace contextRef="#ctx0" brushRef="#br0" timeOffset="46095">2951 353 27168,'0'-4'1866,"-2"0"0,0 2 1,-1-3-1867,0 0 0,-2 2 0,1 1 0,0-1 0,0 1 0,-1 0 0,-1 2 0,0 0 0,-1 0 0,1 1 0,-1 1 0,1 2 0,-1 2 0,1 3 0,0 2 0,0 1 0,2 1 0,1 0 0,3 0 0,0-1 0,0 1 0,3-1 0,1-1 0,2-2 0,3-2 0,1-2 0,3 0 0,-1-3 0,-2-1 0,3-2 0,-3-1 0,0-3 0,1-3 0,-3 1 0,0-2 0,-1-1 0,-3 0 0,0 0 0,-3 0 0,1 0 0,0 2 0,-5 1 0,-1 1 0,-2 0 0,0-1 0,0 1 0,-1 2 0,0 2 0,-1 1 0,0 1 0,-4-3 0,2 0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57:57.888"/>
    </inkml:context>
    <inkml:brush xml:id="br0">
      <inkml:brushProperty name="width" value="0.035" units="cm"/>
      <inkml:brushProperty name="height" value="0.035" units="cm"/>
    </inkml:brush>
  </inkml:definitions>
  <inkml:trace contextRef="#ctx0" brushRef="#br0">7 373 32767,'0'-5'0,"-1"1"0,-1-1 0,1-3 0,-1-1 0,1-1 0,1-1 0,0-2 0,0-2 0,0-2 0,0-2 0,1-1 0,0-1 0,2-3 0,1-1 0,-3 2 0,2 0 0,-1 1 0,0 1 0,1 4 0,-1 2 0,0 2 0,0 3 0,-2 2 0,3 3 0,-2 2 0,3 3 0,1 0 0,2-1 0,1-1 0,-1 2 0,3-3 0,-1 3 0,2 0 0,-1 0 0,0 0 0,-1 0 0,-1 3 0,1-2 0,-1 3 0,-2 1 0,-1 1 0,-3 1 0,0 1 0,-2 0 0,0 0 0,0-1 0,0 1 0,-2-1 0,0 2 0,-3-1 0,1-1 0,-2-1 0,0 1 0,-1-1 0,0 1 0,-1 1 0,0 1 0,-1-3 0,3-2 0,0 1 0,-1 1 0,1 0 0,-1 0 0,2-1 0,0-1 0,2 1 0,3 1 0,0 1 0,3-1 0,2 0 0,1-1 0,3-1 0,1 0 0,2 2 0,1-1 0,0-1 0,0 0 0,0 3 0,-1-1 0,-2-2 0,2 1 0,-4-3 0,4 3 0,-2-2 0</inkml:trace>
  <inkml:trace contextRef="#ctx0" brushRef="#br0" timeOffset="598">430 200 32767,'-1'-4'0,"-1"2"0,1-1 0,-3 0 0,1 0 0,-1 0 0,1 0 0,-1 0 0,-1 2 0,0 0 0,-2 1 0,1 0 0,0 0 0,-1 1 0,1 1 0,-1 2 0,-2 2 0,4 2 0,-1 2 0,0-1 0,0 3 0,3-1 0,1 1 0,1-2 0,1-1 0,1-1 0,1-4 0,3-2 0,3-1 0,1-3 0,4-1 0,0-4 0,0-2 0,-1-3 0,-1 0 0,0-1 0,1 0 0,-3 1 0,-1 2 0,0 1 0,-2 2 0,-2 1 0,0 3 0,-1 3 0,-1 6 0,-3 6 0,0 4 0,-2 2 0,-1 0 0,-1 4 0,0-3 0,1-2 0,-1 1 0,2-3 0,0-1 0,0-1 0,1-3 0,2 0 0</inkml:trace>
  <inkml:trace contextRef="#ctx0" brushRef="#br0" timeOffset="1285">558 347 27168,'0'-4'2799,"0"-1"1,0 1-2800,0-2 0,1 0 0,0 1 0,1 1 0,0-1 0,-1-2 0,1-1 0,0-1 0,1-2 0,0 2 0,-1 2 0,1 1 0,-1-1 0,0 0 0,1-1 0,-3 1 0,3-2 0,-2 2 0,1 1 0,-1-1 0,1 1 0,-1-1 0,-1 1 0,0 3 0,0 3 0,0 3 0,0 3 0,0 1 0,0-3 0,0 0 0,0-2 0,2 1 0,3-3 0,0 0 0,2-3 0,-1-2 0,1 0 0,-1 1 0,1-2 0,-1 3 0,0-1 0,1-1 0,-1 4 0,0-2 0,-2 0 0,0 2 0,-2-1 0,1 4 0,1 3 0,-2 0 0,1 0 0,-1-1 0,0 1 0,-2 1 0,1 0 0,0 1 0,2 0 0,-2 1 0,0-1 0,-1 2 0,2-2 0,0-1 0,0 1 0,-1-1 0,1 1 0,-1-2 0,4 0 0,0-3 0,-2-2 0,1 0 0,1-2 0,1-3 0,0-2 0,-1-3 0,-1 1 0,1 0 0,3-2 0,1 2 0,-2 0 0,0-1 0,0 2 0,-1 1 0,1 2 0,-1 0 0,-2 0 0,1 3 0,0 1 0,0 1 0,-1 3 0,-2 3 0,-1 4 0,-1 0 0,0 1 0,-1 1 0,-1 1 0,1 1 0,-1-3 0,1 1 0,-1 0 0,1 1 0,-1-2 0,1 0 0,1 0 0,0 1 0,0 1 0,0 0 0</inkml:trace>
  <inkml:trace contextRef="#ctx0" brushRef="#br0" timeOffset="1881">943 443 32767,'4'-3'0,"-2"-2"0,1-2 0,-2-3 0,2-3 0,-1-1 0,0-1 0,2-2 0,-1-4 0,0-1 0,0 0 0,1-2 0,-1-1 0,0 1 0,0 0 0,0 2 0,-2-1 0,2 4 0,0 3 0,0 4 0,1 3 0,-2 4 0,2 7 0,0 5 0,1 3 0,-1 0 0,1 1 0,0-1 0,0 1 0,-1-1 0,-2 0 0,3-2 0,-3-1 0,-1-1 0,0 1 0,-2-1 0,-1 0 0,-1-2 0,-5-2 0,0-1 0,1-1 0,-2 0 0,2-1 0,1-1 0,-1-2 0,1-2 0</inkml:trace>
  <inkml:trace contextRef="#ctx0" brushRef="#br0" timeOffset="2464">1334 123 32767,'0'-4'0,"-3"2"0,2 0 0,-3 1 0,-1-1 0,1 0 0,0 1 0,-1 0 0,-1-2 0,-2 1 0,-2 2 0,1 0 0,0 0 0,-3 1 0,2 0 0,0 2 0,-1 1 0,3-2 0,0 2 0,3 1 0,0 1 0,4 0 0,-1 1 0,1-1 0,2 1 0,1 1 0,2 1 0,2-1 0,0-1 0,1-1 0,0 1 0,1-1 0,0 0 0,2 1 0,0-1 0,-3 1 0,1-3 0,-2 0 0,0 1 0,1 1 0,-1 0 0,0 1 0,-2-1 0,-2 0 0,1 1 0,-1-1 0,0 1 0,-2 2 0,-2-2 0,-3 2 0,0-2 0,-2-1 0,1-2 0,-1 1 0,1-1 0,0 0 0,-3 1 0,0-1 0,-1-1 0,1 0 0,0-3 0,1 0 0,0 0 0,0 0 0,1 0 0,0-3 0,1-1 0,2-2 0,-2-3 0,3-1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58:02.771"/>
    </inkml:context>
    <inkml:brush xml:id="br0">
      <inkml:brushProperty name="width" value="0.035" units="cm"/>
      <inkml:brushProperty name="height" value="0.035" units="cm"/>
      <inkml:brushProperty name="color" value="#E71224"/>
    </inkml:brush>
  </inkml:definitions>
  <inkml:trace contextRef="#ctx0" brushRef="#br0">33 7 28710,'3'3'4057,"-3"1"-4057,2-2 0,-1-1 0,-1 1 0,0-2 0,0-2 0,0 1 0,0-2 0,0 2 0,0-1 0,0 1 0,0-1 0,0 2 0,0-3 0,0 2 0,0-2 0,0 3 0,-3 0 0,0 3 0,-1 1 0,2 2 0,-2 0 0,1 1 0,-1-1 0,-1 1 0,2-1 0,1 0 0,-1 1 0,1-1 0,2 1 0,0-1 0,0-2 0,0 1 0,0-1 0,0 2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58:03.938"/>
    </inkml:context>
    <inkml:brush xml:id="br0">
      <inkml:brushProperty name="width" value="0.035" units="cm"/>
      <inkml:brushProperty name="height" value="0.035" units="cm"/>
      <inkml:brushProperty name="color" value="#E71224"/>
    </inkml:brush>
  </inkml:definitions>
  <inkml:trace contextRef="#ctx0" brushRef="#br0">1 0 20348,'4'0'9830,"1"0"-7241,-4 0-2589,2 0 0,-3 0 0,3 0 0,-3 0 0,6 0 0,-2 0 0,0 0 0,0 1 0,1 1 0,-1-1 0,0 1 0,1-1 0,-1-1 0,0 2 0,1 0 0,-2 2 0,1-1 0,0 0 0,-1 0 0,-1 2 0,0-1 0,-2 2 0,3 0 0,-1 0 0,-1 1 0,0-3 0,-1 0 0,0 1 0,0-1 0,0 0 0,0-2 0,-3 3 0,-1-1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58:05.238"/>
    </inkml:context>
    <inkml:brush xml:id="br0">
      <inkml:brushProperty name="width" value="0.035" units="cm"/>
      <inkml:brushProperty name="height" value="0.035" units="cm"/>
      <inkml:brushProperty name="color" value="#E71224"/>
    </inkml:brush>
  </inkml:definitions>
  <inkml:trace contextRef="#ctx0" brushRef="#br0">45 13 32767,'3'-4'0,"-2"2"0,4 2 0,-4-3 0,2 2 0,-3-2 0,0 3 0,-3 0 0,-1 0 0,-2 0 0,2 1 0,-1 1 0,3-1 0,-1 4 0,0 0 0,-2 0 0,1 2 0,1-1 0,-1-2 0,3 1 0,-1 0 0,0 0 0,1 2 0,1-1 0,-2 1 0,0-1 0,0 0 0,2 1 0,0-1 0,0 1 0,0-1 0,0 1 0,0-1 0,0-2 0,0-4 0,0-4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58:06.405"/>
    </inkml:context>
    <inkml:brush xml:id="br0">
      <inkml:brushProperty name="width" value="0.035" units="cm"/>
      <inkml:brushProperty name="height" value="0.035" units="cm"/>
      <inkml:brushProperty name="color" value="#E71224"/>
    </inkml:brush>
  </inkml:definitions>
  <inkml:trace contextRef="#ctx0" brushRef="#br0">7 1 20348,'-1'4'9830,"-1"-2"-7241,2 1-2589,-3-2 0,3 2 0,0-3 0,3 0 0,0 0 0,4 0 0,-3 0 0,-1 1 0,1 0 0,-1 1 0,0 0 0,0-1 0,1 0 0,-1 1 0,-1 3 0,2-2 0,0-1 0,-1 1 0,-1 2 0,2 0 0,-1 0 0,0 2 0,-2-1 0,1 1 0,0-3 0,-2 0 0,0 1 0,0 1 0,0-2 0,0 0 0,0 1 0,0 1 0,0 0 0,0-1 0,0-2 0,-3 0 0,3-1 0,-6-5 0,2 0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58:08.737"/>
    </inkml:context>
    <inkml:brush xml:id="br0">
      <inkml:brushProperty name="width" value="0.035" units="cm"/>
      <inkml:brushProperty name="height" value="0.035" units="cm"/>
      <inkml:brushProperty name="color" value="#E71224"/>
    </inkml:brush>
  </inkml:definitions>
  <inkml:trace contextRef="#ctx0" brushRef="#br0">52 20 20348,'0'-5'9830,"0"1"-7241,0 3-2589,0-5 0,0 5 0,0-2 0,0 3 0,-3 0 0,1 0 0,-2 0 0,2 3 0,-2-1 0,2 2 0,-3-1 0,0 0 0,2-1 0,1 2 0,-1 0 0,1-1 0,-1-1 0,2 3 0,-1 0 0,0 0 0,2 2 0,-1-1 0,0 1 0,-2-1 0,1 0 0,2 1 0,0-1 0,0 1 0,0-1 0,0 0 0,0 1 0,0-1 0,1-2 0,1-2 0,-1-1 0,2-1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06:20.882"/>
    </inkml:context>
    <inkml:brush xml:id="br0">
      <inkml:brushProperty name="width" value="0.035" units="cm"/>
      <inkml:brushProperty name="height" value="0.035" units="cm"/>
    </inkml:brush>
  </inkml:definitions>
  <inkml:trace contextRef="#ctx0" brushRef="#br0">47 779 21443,'-7'5'4915,"-2"-2"0,4 3-3421,-1-1-1494,3-1 0,-2-5 0,5-3 0,0-4 0,0-7 0,1-5 0,3-2 0,-1-2 0,3-3 0,-1-4 0,-2-3 0,2-2 0,-1-1 0,-2-2 0,0 1 0,2-2 0,-1 0 0,0 0 0,-2 0 0,-1 1 0,-1 5 0,-2 0 0,0 3 0,-3-1 0,4 6 0,-3 4 0,-2 5 0,5 8 0,-4 3 0,1 0 0,4 3 0,-4 8 0,6-4 0,4 3 0,7-3 0,0-1 0,4-1 0,1-2 0,3-1 0,3-5 0,3 3 0,1-2 0,-1 0 0,2 5 0,0-4 0,-1 2 0,-2 2 0,0 2 0,-10 2 0,-1 2 0,-1 1 0,-2 5 0,-4-1 0,-3 2 0,-3 2 0,-1-1 0,0 1 0</inkml:trace>
  <inkml:trace contextRef="#ctx0" brushRef="#br0" timeOffset="250">0 360 21443,'12'-6'3276,"-1"1"1,2 5 0,3-1-2904,3-3 1,5 2-1,1-1 1,2 1-374,-1 2 0,4 0 0,0 0 0,-1 0 0,-1 0 0,-4 1 0,-1 3 0,6 3 0,0 4 0</inkml:trace>
  <inkml:trace contextRef="#ctx0" brushRef="#br0" timeOffset="717">674 442 32767,'-6'-5'0,"-4"3"0,2-2 0,1-2 0,0-2 0,0-2 0,-2 0 0,3 1 0,1 1 0,-5 4 0,3-3 0,-4 2 0,0 3 0,-1 0 0,1 4 0,-1 2 0,0 3 0,1 10 0,-1 5 0,0 7 0,1 4 0,4-1 0,3 8 0,3-1 0,1 0 0,1-2 0,3-6 0,4-4 0,2-2 0,3-11 0,2-3 0,0-5 0,-1-3 0,3-7 0,-1-4 0,-2-4 0,-1-3 0,-2-5 0,0-5 0,-2-4 0,-2 0 0,-4 3 0,1-1 0,-3 2 0,-1 2 0,0 0 0,0 1 0,0 2 0,0 5 0,0 2 0,-1 2 0,-3 4 0,1 2 0,-4 5 0,-1 0 0,-4 0 0</inkml:trace>
  <inkml:trace contextRef="#ctx0" brushRef="#br0" timeOffset="1166">860 314 21443,'-6'-6'9830,"1"-5"-9457,5 10 1,1 1-1,3 8 1,4 3-374,2 5 0,2 2 0,-1 6 0,1 3 0,-1 4 0,1 3 0,0 1 0,1 1 0,2 3 0,-2-3 0,3 1 0,-4-4 0,0-6 0,0-4 0,-1-5 0,1-6 0,0-7 0,-5-4 0,1-3 0,1-6 0,-2-5 0,0-10 0,1-2 0,-1-2 0,3-3 0,-2-4 0,2-1 0,2 0 0,-1 1 0,1 2 0,-1 2 0,1 2 0,-4 1 0,0 5 0,-1 2 0,0 5 0,-2 7 0,-5 3 0,-5 10 0,-2 2 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06:24.166"/>
    </inkml:context>
    <inkml:brush xml:id="br0">
      <inkml:brushProperty name="width" value="0.035" units="cm"/>
      <inkml:brushProperty name="height" value="0.035" units="cm"/>
    </inkml:brush>
  </inkml:definitions>
  <inkml:trace contextRef="#ctx0" brushRef="#br0">1 3428 31919,'6'-5'282,"-2"-3"1,-3 2 0,-1-2-283,0-1 0,0-1 0,0-2 0,0 0 0,0-4 0,0-4 0,0-2 0,0-1 0,0-1 0,0-4 0,0-3 0,0-2 0,0-6 0,2-1 0,0 0 0,2 0 0,0-4 0,-4 2 0,0-4 0,0 0 0,0 1 0,0 1 0,0 1 0,0-1 0,4-1 0,0-2 0,-2 1 0,0-1 0,-2 1 0,0-2 0,0-1 0,0-1 0,0-4 0,0 3 0,0 1 0,0-2 0,3 4 0,1-1 0,-1 4 0,-2 2 0,3 6 0,0-3 0,-1 2 0,-2 4 0,-1-3 0,0 9 0,0-2 0,0-2 0,0 2 0,0-1 0,0-1 0,0-2 0,0 0 0,0-3 0,0-1 0,0-5 0,0 2 0,0-2 0,0 1 0,0 0 0,0-2 0,0 7 0,0 2 0,0 3 0,0 5 0,0-4 0,0 0 0,0 1 0,0 1 0,0 6 0,-1 0 0,-3 0 0,2-1 0,-2 1 0,3 0 0,1 0 0,0-1 0,0 0 0,0-2 0,0-1 0,0-4 0,0 3 0,0-2 0,0-2 0,0-2 0,0-2 0,0-2 0,0 0 0,0-2 0,0 1 0,0-1 0,0 2 0,0 1 0,1 10 0,2 1 0,1 1 0,0 7 0,-4 3 0,0 2 0,0 6 0,0 4 0,0 6 0,0 0 0,0 5 0,0 0 0,-5 8 0,-2 2 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06:27.698"/>
    </inkml:context>
    <inkml:brush xml:id="br0">
      <inkml:brushProperty name="width" value="0.035" units="cm"/>
      <inkml:brushProperty name="height" value="0.035" units="cm"/>
    </inkml:brush>
  </inkml:definitions>
  <inkml:trace contextRef="#ctx0" brushRef="#br0">1570 3058 31919,'-7'1'848,"4"3"-848,1-3 0,-3 4 0,4-5 0,-4-1 0,5-3 0,0 1 0,0-4 0,0-2 0,-4-6 0,0 0 0,0-1 0,-1 0 0,0 2 0,-4-6 0,1-2 0,-1-4 0,-2 1 0,0-6 0,-2-2 0,-3 0 0,2-2 0,-4 0 0,0 0 0,0 0 0,0 0 0,-3 0 0,2-1 0,-2-2 0,-1 0 0,-1-5 0,0 1 0,0 0 0,-2-4 0,-1 2 0,-1-2 0,1 0 0,2 6 0,0-2 0,1-3 0,0-5 0,0 3 0,-1-5 0,1 2 0,0-1 0,2 1 0,1 5 0,-2 3 0,1 8 0,2-1 0,-2 4 0,2-3 0,-2-1 0,3 0 0,-2 0 0,0-1 0,-2-2 0,0 0 0,1-2 0,3 3 0,1 3 0,-2 2 0,2-3 0,-1-1 0,-3-3 0,5 3 0,-1-3 0,1 2 0,1-2 0,-2 3 0,3-3 0,-2 3 0,2 1 0,-3 4 0,1 1 0,-1 1 0,0-1 0,0 4 0,3-2 0,-2-1 0,2-2 0,-3-2 0,1-4 0,-2 0 0,-3-2 0,3 0 0,0 3 0,0-1 0,0-2 0,3 6 0,0 5 0,3 4 0,5 1 0,-4 5 0,5 2 0,-1 3 0,-3 3 0,4 1 0,-1 1 0,1 5 0,2 0 0,2 0 0,-3 0 0,0 0 0,4-1 0,-4 5 0,5 3 0,0 13 0,0 7 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06:31.261"/>
    </inkml:context>
    <inkml:brush xml:id="br0">
      <inkml:brushProperty name="width" value="0.035" units="cm"/>
      <inkml:brushProperty name="height" value="0.035" units="cm"/>
    </inkml:brush>
  </inkml:definitions>
  <inkml:trace contextRef="#ctx0" brushRef="#br0">0 3161 20434,'7'-5'4915,"-2"4"0,-1-6-2412,0 3-2503,0 3 0,-3-4 0,3 5 0,-2-1 0,6-2 0,1-1 0,1-4 0,2 3 0,0-1 0,-1-3 0,1-2 0,1-2 0,1-1 0,2-1 0,4-7 0,0 0 0,2-5 0,1-3 0,0-1 0,2-4 0,0 0 0,3 0 0,-1 2 0,-4 1 0,0 1 0,0-2 0,5-4 0,0-2 0,0 0 0,1-1 0,-1 3 0,-2-6 0,1 1 0,-1 0 0,-2 2 0,0 5 0,-1 2 0,0 2 0,-1-2 0,-1 6 0,-3 2 0,-1 0 0,0-2 0,-2-2 0,4 0 0,3-4 0,-2 4 0,-1-1 0,2 0 0,1 1 0,1-1 0,-1-1 0,-1 4 0,-2 2 0,0 2 0,5-1 0,-2-2 0,-3-1 0,3-4 0,-3 2 0,2 1 0,-2-1 0,3-3 0,-2 2 0,0-1 0,0 0 0,2 2 0,-4-4 0,0 4 0,-3 0 0,2 1 0,-1 2 0,-2-1 0,-1 1 0,2 0 0,1 0 0,-2-2 0,-1-2 0,2 1 0,2-5 0,0 2 0,0-1 0,3-3 0,0 7 0,0-2 0,0 0 0,2 0 0,-4-3 0,1 3 0,0 4 0,1-3 0,3-1 0,0-2 0,1-2 0,-1 0 0,-1 0 0,-2 1 0,0 3 0,-2-1 0,1 5 0,-3 1 0,-3 2 0,-2 6 0,1 2 0,-2 3 0,-2 1 0,1 1 0,-4 1 0,0 0 0,1 3 0,-1-1 0,-1-4 0,3 1 0,0-1 0,-1 0 0,1 1 0,-1-1 0,-2 1 0,4-1 0,0 0 0,-2 1 0,4-5 0,-2 1 0,2-1 0,2-1 0,-4 6 0,-2-2 0,-1 4 0,4 1 0,-7 2 0,2 2 0,-7 8 0,-2 3 0,-2 4 0,-5 6 0,-7 1 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06:36.047"/>
    </inkml:context>
    <inkml:brush xml:id="br0">
      <inkml:brushProperty name="width" value="0.035" units="cm"/>
      <inkml:brushProperty name="height" value="0.035" units="cm"/>
      <inkml:brushProperty name="color" value="#E71224"/>
    </inkml:brush>
  </inkml:definitions>
  <inkml:trace contextRef="#ctx0" brushRef="#br0">99 175 32767,'0'-6'0,"1"0"0,3 6 0,-2 0 0,6 0 0,1 0 0,2 0 0,0 0 0,1 0 0,-4 0 0,-1 0 0,2 0 0,2 0 0,0 0 0,1 0 0,0 2 0,-1 2 0,-1-2 0,0 5 0,-3-2 0,-3 0 0,3-1 0,-2 4 0,3 2 0,-5 2 0,0-1 0,2 2 0,-1 1 0,-1 2 0,-2-2 0,-1 0 0,0 2 0,0 2 0,0 0 0,0 4 0,0-4 0,0 1 0,0 1 0,0-1 0,-1 4 0,-2-1 0,-1-2 0,-1 2 0,2-3 0,0 2 0,0-2 0,0 3 0,1-4 0,-2 1 0,1 1 0,2-1 0,0 4 0,-2-1 0,-1-2 0,-1 2 0,3-2 0,-2 5 0,1 2 0,2 0 0,1-4 0,-2 2 0,-1 2 0,1 1 0,-2 3 0,3-2 0,1-1 0,0 1 0,0 3 0,0-1 0,0 1 0,0-2 0,0 0 0,0-1 0,0 1 0,0 1 0,0 3 0,0-2 0,0-1 0,0 0 0,0 5 0,0 0 0,0-1 0,0 1 0,0-7 0,0-1 0,0 0 0,0-2 0,0-5 0,0-3 0,0-1 0,0-2 0,0-2 0,0 1 0,0 2 0,0 1 0,0-3 0,0 3 0,0 1 0,0-3 0,0 5 0,0-1 0,0-1 0,0 4 0,0-3 0,0 3 0,0 2 0,0-1 0,-1 0 0,-2 0 0,-1 1 0,1 3 0,3 0 0,0-1 0,0-2 0,-4 0 0,0 0 0,1 2 0,2 1 0,1 1 0,0-2 0,0 1 0,0-1 0,-4 3 0,0-2 0,2 0 0,0 1 0,2-3 0,-1 2 0,-2-3 0,0 0 0,-1-1 0,4 0 0,-2-1 0,-1-2 0,1 2 0,-2-4 0,3 0 0,1-3 0,0-1 0,0 1 0,0 0 0,0-1 0,0 0 0,0 1 0,0 1 0,0 3 0,0-4 0,0 4 0,0 2 0,0 1 0,0 1 0,0 1 0,0-2 0,0-3 0,0 2 0,-1-5 0,-2 1 0,-1 0 0,0 2 0,4-3 0,0-2 0,0-1 0,0-1 0,-1-1 0,-3 1 0,3-1 0,-3 1 0,3 0 0,1-1 0,0 1 0,0 0 0,0-1 0,0 1 0,1-2 0,3-2 0,-3 2 0,3-2 0,-3 2 0,-1 2 0,2 0 0,2-1 0,-3 1 0,3-1 0,-2 1 0,2 0 0,-2-1 0,3 1 0,-5-4 0,0-1 0,0-4 0,0 3 0,0-2 0,-2-2 0,-1 1 0,0 3 0,-5-3 0,4 1 0,-3-4 0,-2 0 0,2 4 0,-1 0 0,-1-1 0,-1-2 0,2-1 0,0 1 0,-1 2 0,-1 1 0,-2 0 0,1-4 0,-1 0 0,4 0 0,1 0 0,-2 0 0,2 0 0,-1 0 0,5 0 0,-5 0 0,7 0 0,1 0 0,0-11 0,5-2 0</inkml:trace>
  <inkml:trace contextRef="#ctx0" brushRef="#br0" timeOffset="768">552 431 32767,'0'-12'0,"0"1"0,0-2 0,0-2 0,0-1 0,0-2 0,0-2 0,0-3 0,0 0 0,0-1 0,1-3 0,2 0 0,1 1 0,-2 2 0,0 6 0,-2 1 0,0 1 0,0 1 0,0 3 0,0 5 0,0 5 0,0 2 0,0 7 0,0 3 0,0 2 0</inkml:trace>
  <inkml:trace contextRef="#ctx0" brushRef="#br0" timeOffset="1566">691 36 20215,'0'-8'4915,"0"0"0,4 4-2193,0-4-2722,0 6 0,-4-3 0,0 5 0,0 1 0,0 3 0,0 4 0,0 3 0,0 3 0,0 2 0,1-1 0,2-3 0,1 0 0,-2-1 0,0 2 0,-1 1 0,2 2 0,0-2 0,1-1 0,-2-1 0,2-1 0,-2 1 0,6 0 0,-4-6 0,3-1 0,3 0 0,-4-3 0,2 0 0,1-4 0,-3-1 0,1-5 0,-2-1 0,3 3 0,-5-2 0,1 0 0,2 2 0,-5-4 0,4 3 0,0 1 0,-4-5 0,3 4 0,-2-4 0,-2 3 0,0 1 0,0-2 0,0 2 0,0-1 0,0-1 0,0-1 0,0-2 0,0 5 0,0-1 0,0 0 0,0 2 0,0 1 0,0 5 0,0 0 0,0 5 0,0 1 0,0 6 0,0-1 0,0 1 0,1 1 0,1 2 0,2 5 0,-1 2 0,-2 5 0,-1 1 0,0 2 0,0 2 0,0-2 0,0 0 0,0-2 0,0-2 0,0-1 0,0-4 0,0-1 0,0-3 0,4-16 0,0-6 0,-1-9 0,-2-10 0,-1-4 0,0-7 0</inkml:trace>
  <inkml:trace contextRef="#ctx0" brushRef="#br0" timeOffset="2017">1040 384 28096,'0'12'4671,"0"0"-4671,0-6 0,0-2 0,0-8 0,0-4 0,0 2 0,0-2 0,0-1 0,0-1 0,1-2 0,2 0 0,1 1 0,0-1 0,-4 1 0,0-1 0,0 0 0,0 1 0,0-1 0,0 0 0,0 1 0</inkml:trace>
  <inkml:trace contextRef="#ctx0" brushRef="#br0" timeOffset="2166">1040 70 20215,'-5'-11'9830,"2"-1"-8923,-4 1 0,3 4 1,-3 2-908,2 0 0,1 3 0,4-3 0,0 10 0,0 3 0,5 8 0,2 2 0</inkml:trace>
  <inkml:trace contextRef="#ctx0" brushRef="#br0" timeOffset="2516">1122 326 20215,'0'12'9830,"0"-1"-8469,0-4 0,1-2-1361,3-5 0,-3-1 0,3-3 0,-3-3 0,-1-4 0,0-1 0,1 1 0,2-1 0,1 0 0,-1 1 0,-2-1 0,-1 0 0,0 1 0,0-1 0,1 1 0,2-1 0,1 0 0,-2 1 0,3-1 0,-1 0 0,-1 1 0,2 3 0,0 2 0,2 0 0,-4 3 0,5 3 0,1 0 0,0 1 0,0 3 0,-2 5 0,-2 5 0,4 3 0,-3 3 0,2 0 0,0 0 0,-4 2 0,2 2 0,1-1 0,-1 0 0,-3-3 0,1-2 0,-3-2 0,-1 0 0,0-10 0,0 0 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07:05.163"/>
    </inkml:context>
    <inkml:brush xml:id="br0">
      <inkml:brushProperty name="width" value="0.035" units="cm"/>
      <inkml:brushProperty name="height" value="0.035" units="cm"/>
      <inkml:brushProperty name="color" value="#004F8B"/>
    </inkml:brush>
  </inkml:definitions>
  <inkml:trace contextRef="#ctx0" brushRef="#br0">1744 406 20678,'0'7'9830,"0"-3"-9266,0-8 1,0-3 0,0-4 0,0-1-565,0 1 0,0-2 0,0-2 0,0-1 0,0-2 0,1-2 0,2-2 0,1 2 0,-2 0 0,0 1 0,-2-3 0,0 2 0,0 5 0,0 2 0,0 1 0,0 1 0,0-1 0,0 4 0,0 1 0,0 4 0,0 3 0,0 7 0</inkml:trace>
  <inkml:trace contextRef="#ctx0" brushRef="#br0" timeOffset="531">1907 104 20678,'0'-11'9830,"1"3"-8701,3 0 1,-3 4-1130,3-4 0,-1 6 0,0-2 0,4 3 0,5 1 0,-5 4 0,1-1 0,1 0 0,1 0 0,2-1 0,0 2 0,-5 1 0,1-1 0,-1-1 0,2 4 0,-2 2 0,-4-2 0,2-1 0,0 0 0,-3 3 0,1-2 0,-1 0 0,-2 1 0,0 1 0,0-3 0,0 2 0,0 1 0,-2 1 0,0 2 0,-2-1 0,-4 1 0,4 0 0,1-1 0,-3 1 0,4-2 0,-5-1 0,2-1 0,3 1 0,-4 1 0,3 2 0,-1-4 0,4 0 0,0-1 0,1 0 0,3-2 0,4 0 0,2-4 0,2 3 0,-1-2 0,1-2 0,-1 0 0,1 0 0,0 0 0,-2-2 0,-1 0 0,-1-2 0,1 1 0,-3 2 0,2 1 0,1 0 0,-4-5 0,6-2 0,-5-4 0</inkml:trace>
  <inkml:trace contextRef="#ctx0" brushRef="#br0" timeOffset="865">2360 360 32767,'0'-8'0,"0"0"0,0 5 0,0-5 0,0-1 0,0-2 0,0 0 0,5-1 0,2 1 0</inkml:trace>
  <inkml:trace contextRef="#ctx0" brushRef="#br0" timeOffset="1030">2383 104 20678,'-4'-11'9830,"-1"-1"-9077,-1 0 0,3 1 0,-1-1-753,3 0 0,0 2 0,-2 1 0,-1 1 0,0 6 0,6-2 0,2 8 0,-3 2 0,4 6 0</inkml:trace>
  <inkml:trace contextRef="#ctx0" brushRef="#br0" timeOffset="1382">2476 348 32767,'0'-11'0,"0"3"0,0 0 0,0-1 0,0-1 0,0-2 0,0 1 0,0-1 0,2 0 0,0 1 0,2-1 0,1 0 0,-2 1 0,2-1 0,1 1 0,-2 0 0,4 2 0,0 1 0,-2-1 0,5 0 0,-4 2 0,4 3 0,0 2 0,1 2 0,-1 2 0,1 2 0,-3 2 0,1 7 0,3 2 0,0 5 0,-1 2 0,-3 1 0,-1 0 0,1 1 0,0-1 0,-1 0 0,-3 0 0,0 1 0,-4-2 0,3-3 0,-3-4 0,-1-2 0,0-6 0,-5-18 0,-1-8 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08:09.989"/>
    </inkml:context>
    <inkml:brush xml:id="br0">
      <inkml:brushProperty name="width" value="0.035" units="cm"/>
      <inkml:brushProperty name="height" value="0.035" units="cm"/>
      <inkml:brushProperty name="color" value="#004F8B"/>
    </inkml:brush>
  </inkml:definitions>
  <inkml:trace contextRef="#ctx0" brushRef="#br0">0 349 20660,'2'-6'9830,"2"2"-7553,-3 2-2277,4 2 0,0 0 0,-4 0 0,5 0 0,-6-1 0,0-3 0,0 2 0,0-6 0,0 0 0,0-3 0,0-1 0,0 0 0,0 1 0,0 3 0,0 0 0,0-1 0,0-1 0,0-2 0,0 1 0,0-1 0,0 0 0,0 1 0,0-1 0,0 0 0,0 1 0,0-1 0,5 1 0,-3 5 0,6 6 0,-4 2 0,4 4 0,1-1 0,-3 1 0,2-4 0,1 2 0,1 0 0,2-4 0,0 1 0,-1 3 0,1-3 0,0 3 0,-1-3 0,1-1 0,-1 0 0,1 0 0,0 0 0,-1 0 0,2 0 0,1 0 0,2 0 0,-2 0 0,0 0 0,0 0 0,2 0 0,-2 0 0,4 0 0,0 0 0,0-1 0,-2-3 0,1 3 0,0-3 0,-1 2 0,1-2 0,0 2 0,-3-1 0,2 1 0,-2 2 0,3-4 0,-2 0 0,1 1 0,0-3 0,-3 5 0,4-4 0,-1 1 0,-1 0 0,2-4 0,-3 5 0,2 0 0,-2 2 0,3-3 0,-2 0 0,-1 1 0,-1 2 0,-5 1 0,0 0 0,1 0 0,1 0 0,2 0 0,-1 0 0,1 0 0,0 0 0,-1-1 0,1-3 0,-1 3 0,1-3 0,0 2 0,-1 2 0,1-1 0,0-1 0,0-2 0,4 1 0,-2 2 0,4 1 0,-1 0 0,-3 0 0,4 0 0,2-1 0,2-2 0,1-1 0,-4 0 0,1 4 0,0-1 0,2-3 0,2 3 0,-1-3 0,0 3 0,0 1 0,-3 0 0,-1-2 0,2 0 0,1-2 0,0 0 0,-2 4 0,0 0 0,0 0 0,1-1 0,0-2 0,-3-1 0,-2 2 0,5 0 0,-3 2 0,2 0 0,-1 0 0,-5 0 0,2 0 0,-3 0 0,-2 0 0,5 2 0,-1 0 0,-1 2 0,-1-1 0,0-2 0,1 0 0,2 2 0,-2 1 0,-1 0 0,0-4 0,1 0 0,2 0 0,-1 0 0,-3-2 0,-1-2 0,1 3 0,0-3 0,-1 3 0,1 1 0,0-1 0,-1-3 0,-3 3 0,0-3 0,1 2 0,1 2 0,2 0 0,-1 0 0,1 0 0,0 0 0,0 0 0,3 0 0,0 0 0,2 0 0,-3 0 0,3 0 0,1 0 0,-4 0 0,3 0 0,-1 0 0,-1 0 0,4 0 0,-3 0 0,-2 0 0,-1 0 0,2 0 0,1 0 0,-2 0 0,-1 0 0,-1 0 0,-1 0 0,1 0 0,0 0 0,-1 0 0,1 0 0,-1 0 0,1 0 0,0 0 0,-1 0 0,1 0 0,-4 0 0,-1 0 0,3 0 0,0 0 0,1 0 0,1 0 0,0 0 0,3 0 0,1 0 0,-2 0 0,-1 0 0,0 0 0,1 0 0,3 2 0,1 2 0,0-3 0,3 3 0,-2-3 0,2-1 0,1 0 0,1 0 0,0 1 0,0 3 0,-1-3 0,-1 3 0,-2-2 0,2-2 0,1 1 0,0 1 0,-1 2 0,-2-1 0,-4-2 0,5-1 0,-1 0 0,-1 0 0,0 2 0,-3 0 0,1 2 0,2-1 0,-2-2 0,2-1 0,0 0 0,0 0 0,-4 0 0,3 0 0,-1 0 0,-1 0 0,4 0 0,-3 0 0,-2 0 0,-1 0 0,3 1 0,-1 2 0,-1 1 0,-1-1 0,-1-3 0,-1 0 0,1 0 0,-4 0 0,0 0 0,1 0 0,-3 0 0,2 0 0,1 0 0,-3 0 0,1 2 0,-1 0 0,1 2 0,-3 0 0,3-4 0,2 0 0,-2 0 0,1 1 0,1 3 0,1-2 0,2 1 0,-1-1 0,1-2 0,-1 0 0,1 0 0,0 0 0,-1 0 0,1 0 0,0 0 0,-1 0 0,1 0 0,-1 0 0,1 0 0,0 0 0,-1 0 0,-3 0 0,0 1 0,1 2 0,1 0 0,-2 1 0,0-4 0,1 0 0,-3 0 0,2 0 0,-4 0 0,4 0 0,-6 0 0,3 0 0,-5 0 0,0 0 0,0 6 0,0-5 0,0 5 0,0-2 0,0 3 0,0 4 0,0 1 0,0-1 0,0 1 0,0 0 0,0-1 0,0 1 0,-1 0 0,-2-1 0,0 1 0,0-1 0,2-3 0,1 0 0,0 1 0,0 1 0,0 2 0,0-4 0,0-1 0,0-3 0,0 4 0,0 0 0,0-2 0,-5-11 0,-2-8 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09:59.364"/>
    </inkml:context>
    <inkml:brush xml:id="br0">
      <inkml:brushProperty name="width" value="0.035" units="cm"/>
      <inkml:brushProperty name="height" value="0.035" units="cm"/>
      <inkml:brushProperty name="color" value="#FFC114"/>
    </inkml:brush>
  </inkml:definitions>
  <inkml:trace contextRef="#ctx0" brushRef="#br0">0 3111 20467,'0'-3'9830,"0"-3"-9007,0 5 0,1-1 1,1 2-824,2 0 0,2 0 0,0 2 0,1 1 0,-1 0 0,1 1 0,-1 3 0,1-1 0,2-2 0,-1 1 0,2 0 0,0 0 0,-1-1 0,1 2 0,2-3 0,-2 2 0,-1-1 0,2-2 0,-2 2 0,0 1 0,1-2 0,-2 2 0,-1-2 0,-1 1 0,0 1 0,1-2 0,-1 1 0,1 1 0,-3-1 0,0 0 0,-2 0 0,3 0 0,-4-2 0,2-3 0,0-1 0,-3-1 0,3 1 0,-3-3 0,2 2 0,1-1 0,1 1 0,-3 0 0,2 2 0,-1-2 0,0 0 0,3 1 0,-2-3 0,0 0 0,1 0 0,3-2 0,-2 1 0,0-1 0,1 0 0,0-1 0,2 0 0,0 0 0,-1 0 0,1 0 0,1 0 0,1 0 0,0-1 0,2 0 0,-1 1 0,0 1 0,1-1 0,1-1 0,-1 1 0,-1 1 0,0 0 0,-2-1 0,1 0 0,-1 0 0,2-2 0,-3 1 0,0-1 0,-1-1 0,2-1 0,-1-1 0,0 0 0,-1 0 0,0 0 0,2 0 0,1 1 0,0-1 0,1 2 0,-2 0 0,1 1 0,-1 0 0,2-2 0,0 3 0,0 0 0,0 0 0,1-2 0,-1 2 0,1-1 0,1 1 0,-2-2 0,-1 0 0,1-1 0,-1-1 0,4 0 0,-3 0 0,0-2 0,1 0 0,1 1 0,-1 0 0,1 0 0,0-1 0,-2 1 0,-1 2 0,2 1 0,0 0 0,1 0 0,-1-1 0,-1 2 0,0-2 0,0 0 0,2-1 0,-1 0 0,1-2 0,0 0 0,0-2 0,-1 0 0,-1 1 0,2-3 0,-1 3 0,-1-1 0,1 0 0,-2 2 0,1 0 0,-1 3 0,0 1 0,2 0 0,-3 1 0,0 1 0,1 0 0,0-2 0,0 2 0,-1 0 0,0-1 0,3-1 0,-2-1 0,2-1 0,-2-2 0,2-2 0,-2 1 0,1 0 0,0-2 0,-1 0 0,3 0 0,-2 2 0,0 0 0,-3 1 0,3 2 0,0 1 0,-1-1 0,0 0 0,-3 1 0,3 0 0,0 2 0,-3-1 0,3-2 0,-2 0 0,1 1 0,0-1 0,-1 0 0,1-1 0,1-1 0,-1 1 0,1-2 0,2-1 0,0 1 0,0-1 0,-1-2 0,0 2 0,1-1 0,-2 3 0,0-2 0,2 0 0,0-2 0,0 2 0,-1 0 0,0-1 0,0-1 0,-1 0 0,0 0 0,0 0 0,0 2 0,-1 0 0,2 1 0,-1-1 0,0 0 0,2 1 0,-3 0 0,1 1 0,1 0 0,-1-2 0,1 0 0,0 0 0,-1 0 0,1 1 0,-2-2 0,1 1 0,2 2 0,-3-2 0,0 2 0,0 0 0,-1 2 0,3-2 0,-2 0 0,0 0 0,1-1 0,-1 2 0,-1-3 0,1 0 0,1 0 0,-1 0 0,1 1 0,-1 0 0,-1 0 0,1 2 0,0 1 0,-1 1 0,1 1 0,-2-1 0,3 3 0,-2 0 0,1 0 0,-1-3 0,0 2 0,-1 0 0,2-1 0,-1-2 0,0-2 0,-1 0 0,2-1 0,0 2 0,-2-3 0,1-1 0,0 0 0,3 1 0,-3 0 0,0 2 0,-1 0 0,2 0 0,-1 2 0,0 1 0,-1 2 0,0-1 0,-1 0 0,1-1 0,-1-1 0,0 1 0,1-1 0,-1-1 0,1-1 0,0 0 0,1-3 0,0 1 0,0-1 0,0 1 0,0 1 0,1 0 0,1 2 0,-2 1 0,0 0 0,-1 1 0,0 1 0,1 0 0,0 4 0,-1 1 0,-2 1 0,-3 1 0,2 0 0,1-1 0,-2 1 0,-1 0 0,-1 2 0,-1-2 0,3 2 0,-3-3 0,2 0 0,-1 2 0,-1 1 0,0 2 0,1-3 0,1 1 0,-1-3 0,1 1 0,1 0 0,-1 0 0,-1-1 0,1 2 0,0-2 0,-1 1 0,1-2 0,1 1 0,-1 1 0,0 3 0,-2-5 0,0 5 0,0-4 0,0 3 0,0-2 0,0 2 0,-1 0 0,-1 2 0,1-1 0,-2-1 0,1 0 0,0 0 0,-1 1 0,-1 0 0,0-1 0,1-1 0,-2 2 0,1-2 0,-1 2 0,-3-3 0,-1 1 0,1-1 0,1-1 0,-2 1 0,-2-2 0,0-1 0,0 1 0,0-1 0,2 1 0,-1 0 0,1-1 0,0 3 0,3 0 0,0 1 0,2-1 0,-1 2 0,3-2 0,0 2 0,2 0 0,0 2 0,0 0 0</inkml:trace>
  <inkml:trace contextRef="#ctx0" brushRef="#br0" timeOffset="1200">1892 1989 20195,'-3'-1'4915,"1"-1"0,1-2-4230,1-2 1,0 0-1,0-2 1,0-2-686,0-3 0,1-4 0,0-1 0,1-2 0,0-1 0,0-3 0,1 1 0,0 0 0,0 2 0,0 1 0,-2 4 0,1 3 0,1 5 0,-3 5 0,0 5 0,0 6 0,0 3 0,0 1 0,0 1 0</inkml:trace>
  <inkml:trace contextRef="#ctx0" brushRef="#br0" timeOffset="2250">2168 1707 20195,'4'0'9830,"-1"2"-7088,-1 0-2742,-1 0 0,3-2 0,-2 0 0,-1 0 0,1 0 0,-2 0 0,-2 0 0,-2 0 0,-2 0 0,-1 0 0,1 0 0,-1 0 0,1 0 0,-1 0 0,1 0 0,0 0 0,-1 0 0,1 0 0,-1 0 0,1 0 0,0 1 0,-1 0 0,1 1 0,-1 3 0,2 0 0,0 0 0,0 2 0,4-1 0,-2 1 0,1-1 0,0 0 0,0 2 0,2 0 0,0 3 0,0-4 0,0-1 0,0-1 0,3-1 0,-2 2 0,3-2 0,-2-1 0,3-1 0,-3-1 0,2-1 0,-2 0 0,2 0 0,1 0 0,1 0 0,-2 0 0,1 0 0,-1-3 0,2 1 0,1 0 0,-1 2 0,1 2 0,-2 1 0,0 1 0,0-2 0,-3 1 0,1 1 0,0 0 0,1 0 0,-1 2 0,0-1 0,0-1 0,1 0 0,-1 2 0,0 1 0,0-1 0,-1 1 0,-1-1 0,0 1 0,1-1 0,0 0 0,-2 1 0,0-1 0,0 1 0,0-1 0,-2 0 0,-1 1 0,-2-1 0,0-2 0,1 1 0,-2-3 0,-1 0 0,1 1 0,2-2 0,-1 1 0,0-1 0,0 1 0,-2-1 0,1 1 0,-1-1 0,1-1 0,-3 0 0,1 0 0,0 0 0,1 0 0,0-1 0,1 0 0,0-1 0,1-3 0,2 3 0,0-2 0,2 3 0,3-2 0,1 0 0,4-1 0</inkml:trace>
  <inkml:trace contextRef="#ctx0" brushRef="#br0" timeOffset="2683">2316 1944 32767,'3'0'0,"0"0"0,-3 0 0,-3 0 0,0 0 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10:04.296"/>
    </inkml:context>
    <inkml:brush xml:id="br0">
      <inkml:brushProperty name="width" value="0.035" units="cm"/>
      <inkml:brushProperty name="height" value="0.035" units="cm"/>
      <inkml:brushProperty name="color" value="#FFC114"/>
    </inkml:brush>
  </inkml:definitions>
  <inkml:trace contextRef="#ctx0" brushRef="#br0">1 84 32767,'0'-3'0,"0"-3"0,0 4 0,0-2 0,1 3 0,1-1 0,1 0 0,1 0 0,2 1 0,-2-1 0,2 1 0,0 1 0,0-2 0,1 0 0,-1 1 0,1 0 0,-1 1 0,1-1 0,-1 0 0,0-1 0,1 0 0,-1 2 0,1 0 0,-2 0 0,0 2 0,-1 1 0,-1 0 0,0 1 0,-2 3 0,1-1 0,0 1 0,-2-1 0,0 1 0,0-1 0,0 2 0,0 1 0,0-1 0,-3-1 0,2-1 0,-3 1 0,1-1 0,-1 1 0,2-1 0,-1 1 0,-1 1 0,0 1 0,0 0 0,-1-1 0,0 0 0,0 0 0,1 0 0,-2 0 0,1 0 0,1 0 0,0-1 0,-1 0 0,1-1 0,-1 1 0,2-1 0,-1 0 0,1 1 0,-1-3 0,1 0 0,0-2 0,1 1 0,0-1 0,1-1 0,2 2 0,1-3 0,2 0 0,0 0 0,0 0 0,1 0 0,1 0 0,1 0 0,1 0 0,0 0 0,0 0 0,2-2 0,-1 0 0,1 0 0,1 2 0,-1-1 0,1-1 0,0 0 0,-2 1 0,3 0 0,-4 2 0,0 0 0,-1 1 0,0 3 0,-1-1 0,1 2 0</inkml:trace>
  <inkml:trace contextRef="#ctx0" brushRef="#br0" timeOffset="1117">322 46 32767,'0'-5'0,"0"2"0,2-1 0,0 1 0,3-1 0,-1-1 0,3 1 0,1-1 0,0 1 0,2 1 0,0 0 0,0 1 0,1 2 0,1 0 0,-1 0 0,0 0 0,-3 0 0,2 0 0,0 0 0,-2 3 0,-2 0 0,-1 4 0,-2-1 0,0 0 0,-1 3 0,-2-1 0,0 1 0,0 0 0,-2-1 0,-3 2 0,0 0 0,-2 0 0,1-2 0,-1 1 0,1 0 0,0-1 0,-2 1 0,1-3 0,0 0 0,1-2 0,1 1 0,-1-3 0,0 0 0,2 1 0,-2-2 0,2 1 0,1-1 0,1-1 0,4 0 0,0 0 0,2 0 0,1 0 0,1 0 0,2 1 0,1 0 0,-1 1 0,-1 1 0,0-2 0,1 2 0,0 1 0,3-2 0,-3 2 0,0-2 0,-1 0 0,2 1 0,0 1 0,-2 0 0,1 1 0,-2-2 0,0 2 0,-1-1 0,-1 1 0,-2 0 0,2 0 0,-2 0 0,0 0 0,-1 0 0,-2 2 0,-1-1 0,-2 1 0,-2-2 0,-1-1 0,1 1 0,0-2 0,-1-2 0,1 0 0,-1 1 0,1 0 0,-1-1 0,1 0 0,0 1 0,-1 0 0,1 0 0,-1-1 0,-1-1 0,-1 0 0,1 0 0,1 0 0,1 0 0,-1 0 0,1 0 0,0 0 0,1 0 0,1 0 0,3 0 0,-2-6 0,3-1 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10:06.696"/>
    </inkml:context>
    <inkml:brush xml:id="br0">
      <inkml:brushProperty name="width" value="0.035" units="cm"/>
      <inkml:brushProperty name="height" value="0.035" units="cm"/>
      <inkml:brushProperty name="color" value="#FFC114"/>
    </inkml:brush>
  </inkml:definitions>
  <inkml:trace contextRef="#ctx0" brushRef="#br0">20 206 24362,'3'0'8405,"1"0"-8405,-2 0 0,-1 0 0,1 0 0,-1 0 0,1-1 0,0-1 0,0-1 0,-2-4 0,0 1 0,0 1 0,0 1 0,0-1 0,0-1 0,0 0 0,0 0 0,0-1 0,0 1 0,-3-3 0,-1-1 0</inkml:trace>
  <inkml:trace contextRef="#ctx0" brushRef="#br0" timeOffset="164">13 20 20195,'-1'-4'9830,"0"2"-8916,-1-1 0,-1 2 0,2-2-914,-1 0 0,-1 3 0,3-3 0,1 3 0,1 3 0,-1 0 0,1 4 0,2-1 0,-1 0 0</inkml:trace>
  <inkml:trace contextRef="#ctx0" brushRef="#br0" timeOffset="617">90 219 20195,'4'3'0,"-1"-2"4915,-3 3 0,0-2-2173,0 3-2742,0-4 0,2 1 0,0-4 0,0-1 0,-2-4 0,0 1 0,1-1 0,0 0 0,1-1 0,0 0 0,-2-1 0,0 3 0,1-1 0,1 1 0,-1 0 0,1-1 0,-1 1 0,-1-1 0,2 1 0,0 0 0,0-1 0,-1 4 0,0 0 0,2 0 0,-1 2 0,0-2 0,0 0 0,3 3 0,-1-2 0,2 1 0,0 1 0,1 0 0,-3 0 0,0 1 0,1 0 0,1 1 0,-2 0 0,1-1 0,0 1 0,0-1 0,1 2 0,-1 0 0,-1 1 0,-2-1 0,2 2 0,-1 0 0,1 0 0,-2 2 0,2-1 0,-1 1 0,-2-1 0,2 3 0,-1 0 0,-1 0 0,0 0 0,-1 0 0,0-3 0,0 1 0,-3-1 0,0 1 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10:44.010"/>
    </inkml:context>
    <inkml:brush xml:id="br0">
      <inkml:brushProperty name="width" value="0.035" units="cm"/>
      <inkml:brushProperty name="height" value="0.035" units="cm"/>
    </inkml:brush>
  </inkml:definitions>
  <inkml:trace contextRef="#ctx0" brushRef="#br0">1688 232 32767,'3'-4'0,"0"1"0,-3 3 0,-1 1 0,-1 1 0,1-1 0,-3 2 0,-1 0 0,1-3 0,0 2 0,-1-1 0,1-1 0,0 0 0,-1 0 0,-1 0 0,2 0 0,0 0 0,-1 0 0,-1 0 0,0 0 0,-1 0 0,1 0 0,-1 0 0,1 0 0,-1 0 0,1 0 0,0-1 0,-1 0 0,1-1 0,2-1 0,-1 2 0,0-2 0,0-1 0,-2 2 0,1-2 0,-1-1 0,1-1 0,0 0 0,1-1 0,1 1 0,0 2 0,-1-1 0,1 0 0,-1 0 0,2-2 0,-1 1 0,0-1 0,1 1 0,1 2 0,-2-1 0,1 0 0,-1 0 0,3 0 0,-2 1 0,1-1 0,0 0 0,-1-2 0,3 1 0,-2-1 0,0 1 0,0-3 0,2 1 0,0 0 0,0 1 0,0-2 0,0 1 0,0 0 0,0 1 0,0 0 0,0 4 0,0 0 0,0 4 0,0 1 0,0 1 0,0 4 0</inkml:trace>
  <inkml:trace contextRef="#ctx0" brushRef="#br0" timeOffset="1267">1149 597 32767,'1'-3'0,"0"0"0,1 0 0,0 2 0,-2-4 0,0 1 0,0-2 0,0-1 0,0 1 0,0-1 0,0-1 0,0-1 0,0-1 0,0 0 0,0-2 0,0 2 0,0-2 0,0 0 0,0 0 0,0 1 0,0 0 0,0 3 0,0 0 0,0 0 0,0 2 0,0 0 0,0-1 0,0 4 0,0 0 0,-3 3 0,3 0 0,-3 0 0,3 3 0,0-3 0,0 3 0,0-3 0,0-3 0,0 0 0,0-4 0,-2 3 0,-1 0 0,-1 2 0,2-1 0,-2 1 0,-1 0 0,1 0 0,0 2 0,-1 0 0,-1 0 0,0 0 0,0 0 0,-1 0 0,1 0 0,-1 1 0,1 1 0,0 2 0,2 2 0,-2 2 0,3 1 0,-2-1 0,1-1 0,3-1 0,-1 1 0,1-1 0,1 1 0,0-1 0,1 0 0,1 1 0,1-1 0,4-2 0,-1-2 0,1-1 0,-1-1 0,0 0 0,1 0 0,-1 0 0,1-2 0,-1-1 0,0 0 0,1 0 0,-1-2 0,1 1 0</inkml:trace>
  <inkml:trace contextRef="#ctx0" brushRef="#br0" timeOffset="2000">1271 418 20355,'-1'-4'4915,"-1"2"0,1-1-3624,-4 1 0,3-2-1291,-2 2 0,2 0 0,-3 2 0,3 0 0,-2 0 0,3 3 0,-2 3 0,3 2 0,0 2 0,0 0 0,0 0 0,0 1 0,0 0 0,0 1 0,0-1 0,0 0 0,0-1 0,0 0 0,3-1 0,1-1 0,-1-2 0,2-1 0,0-1 0,0-1 0,0-1 0,-1-2 0,1 0 0,1 0 0,0-3 0,0-1 0,0-2 0,-2 0 0,2-1 0,-2-1 0,-1-1 0,-1 1 0,1-1 0,-1 0 0,0 0 0,-1-1 0,-1 2 0,0 1 0,0 1 0,0-1 0,0 1 0,-1 0 0,-1-1 0,0 1 0,-3 0 0,2 1 0,-2 1 0,1-1 0,0 2 0,-3 1 0,1 1 0,0 1 0,0 1 0,2 1 0,-2 2 0,2 2 0</inkml:trace>
  <inkml:trace contextRef="#ctx0" brushRef="#br0" timeOffset="2884">1418 309 20351,'0'-5'4915,"0"1"0,0 2-2329,0-2-2586,0 2 0,0 0 0,0 2 0,-3 0 0,3 0 0,-3 0 0,3 0 0,-1 2 0,-1 0 0,1 3 0,-1-1 0,1 0 0,1 0 0,-2 1 0,1-2 0,-1 2 0,1 0 0,1 0 0,0 2 0,0-1 0,0-1 0,1-2 0,1 0 0,-1 1 0,4-2 0,-1 0 0,2-2 0,1 0 0,-3 0 0,0 0 0,1 0 0,-2 0 0,0-2 0,-1 0 0,0-2 0,0 0 0,-2-3 0,0 1 0,0 2 0,0-1 0,0 0 0,0 0 0,0-1 0,-2 2 0,0-1 0,-2 2 0,0 1 0,-3 2 0</inkml:trace>
  <inkml:trace contextRef="#ctx0" brushRef="#br0" timeOffset="4500">116 418 32767,'0'3'0,"1"0"0,1-3 0,-1 0 0,2 0 0,-3 0 0,3 0 0,-3 0 0,3 0 0,-5-3 0,-1-1 0,0-2 0,1 2 0,-1 0 0,1-1 0,0-1 0,-3 0 0,1-1 0,0 1 0,0-1 0,0 1 0,-1 0 0,1-1 0,-1-2 0,1 2 0,0-2 0,-1 2 0,0 1 0,-1-3 0,1 0 0,1 0 0,1-1 0,-1 2 0,1 1 0,0 1 0,1 0 0,-1-1 0,1 1 0,-3-1 0,2 1 0,1 0 0,-1 2 0,2 0 0,-2 3 0,0-1 0,3-1 0,-2 1 0,1 1 0,1-2 0,0 3 0,0 3 0,1 1 0,0 0 0,1 0 0,2 1 0,-1 1 0,0 0 0,0 1 0,2-1 0,-2 1 0,2 0 0,-1 1 0,0 0 0,3 2 0,-1 0 0,1 0 0,-1 1 0,0 2 0,1-1 0,2 1 0,-2 0 0,2 0 0,-2 0 0,-1 0 0,0-3 0,-1 0 0,-2-3 0,0-1 0,2-1 0,-4-4 0,-4-5 0,-4-6 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11:00.860"/>
    </inkml:context>
    <inkml:brush xml:id="br0">
      <inkml:brushProperty name="width" value="0.035" units="cm"/>
      <inkml:brushProperty name="height" value="0.035" units="cm"/>
    </inkml:brush>
  </inkml:definitions>
  <inkml:trace contextRef="#ctx0" brushRef="#br0">0 296 32767,'0'-4'0,"0"1"0,0 3 0,0-2 0,0 1 0,0-2 0,0 3 0,2-1 0,1-1 0,-1 1 0,-2-1 0,3 2 0,-3-1 0,2-1 0,2 1 0,-3-2 0,4 3 0,-4-1 0,1-1 0,0 2 0,-1-3 0,1 0 0,1 1 0,-1-2 0,-1 2 0,1-2 0,1 2 0,-1-3 0,1 3 0,-1-2 0,-1 0 0,4-3 0,-4 3 0,2 0 0,0 2 0,-2-3 0,1 0 0,-1 2 0,1 1 0,0-1 0,0 1 0,-1-1 0,1 0 0,-2 0 0,3 1 0,-2 1 0,1-1 0,-1-2 0,2 3 0,-3-3 0,3 2 0,-3-1 0,2 1 0,-1 0 0,-1-2 0,2 2 0,0-2 0,0 1 0,-2-1 0,0 2 0,0-2 0,1 2 0,1-3 0,-1 4 0,2-5 0,-3 5 0,1-3 0,1 1 0,-2 0 0,3 1 0,-3 2 0,1-5 0,1 2 0,-1 1 0,1-1 0,-1 3 0,-1-3 0,0 3 0,0 0 0</inkml:trace>
  <inkml:trace contextRef="#ctx0" brushRef="#br0" timeOffset="2399">96 116 32767,'4'0'0,"-1"0"0,-3 0 0,3 0 0,-3 0 0,3 0 0,-2-2 0,1 0 0,-1-1 0,1 1 0,-1 0 0,-1-2 0,0 3 0,2-2 0,0 0 0,0 2 0,-2-4 0,0 4 0,1-4 0,1 3 0,-1-1 0,1 1 0,-1 0 0,-1-2 0,2 2 0,0-2 0,0 2 0,-2-1 0,0 1 0,2 0 0,0-2 0,0 2 0,-1-2 0,1 1 0,-1 0 0,1 1 0,-1 1 0,-1-3 0,1 2 0,1-3 0,-2 3 0,3-2 0,-3 2 0,0-3 0,1 4 0,1-1 0,-1 0 0,1 0 0,-1 2 0,-1-3 0,0 3 0,0 0 0</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11:07.542"/>
    </inkml:context>
    <inkml:brush xml:id="br0">
      <inkml:brushProperty name="width" value="0.035" units="cm"/>
      <inkml:brushProperty name="height" value="0.035" units="cm"/>
    </inkml:brush>
  </inkml:definitions>
  <inkml:trace contextRef="#ctx0" brushRef="#br0">135 315 20270,'0'4'4915,"0"0"0,0-2-2248,0 3-2667,0-4 0,0 3 0,0-2 0,0-2 0,0 3 0,0-3 0,3 0 0,-2 0 0,1 0 0,-2 0 0,-2 0 0,1 0 0,-2-2 0,0 0 0,2-1 0,-1 2 0,-1-1 0,1-3 0,-2 0 0,3 2 0,-2-1 0,0 1 0,1-2 0,-1 1 0,0-2 0,-1 0 0,2 0 0,0-1 0,-1 3 0,1 0 0,1-1 0,-2-1 0,1 0 0,0-1 0,0 3 0,-1 0 0,2-1 0,0-1 0,-1-1 0,0 1 0,-1 0 0,2 1 0,-1 1 0,-1 0 0,3-2 0,-2 1 0,0 1 0,-1 0 0,2-3 0,-1 1 0,0 1 0,2 1 0,-1 0 0,-1 0 0,1-1 0,-1 0 0,-1 0 0,1-2 0,0 1 0,1 0 0,-1 2 0,1 0 0,-1 2 0,1-2 0,1-1 0,-2 0 0,0 1 0,0-1 0,1-1 0,-1 0 0,1 1 0,-1 1 0,1 0 0,-1-1 0,0 1 0,0 0 0,2-3 0,-2 3 0,0 0 0,0 0 0,2-1 0,-1 2 0,-1 0 0,1 1 0,-2 2 0,3-1 0,0-1 0,0 1 0,0-2 0,0 3 0,0 3 0,0 1 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11:49.155"/>
    </inkml:context>
    <inkml:brush xml:id="br0">
      <inkml:brushProperty name="width" value="0.035" units="cm"/>
      <inkml:brushProperty name="height" value="0.035" units="cm"/>
      <inkml:brushProperty name="color" value="#33CCFF"/>
    </inkml:brush>
  </inkml:definitions>
  <inkml:trace contextRef="#ctx0" brushRef="#br0">1 667 32767,'0'-4'0,"0"0"0,0-1 0,0-1 0,0 0 0,0-1 0,0 1 0,0 0 0,1-1 0,0 1 0,1-1 0,0 1 0,-2 0 0,0-1 0,0 1 0,0-1 0,0 1 0,0-1 0,0 1 0,0 0 0,0 2 0,0 1 0,1 3 0,1 0 0,2 0 0,2 0 0,1 0 0,0 0 0,0-1 0,2 0 0,-1-1 0,0-1 0,0 2 0,1-1 0,1 0 0,-2-1 0,2 1 0,0 0 0,-3-1 0,3 2 0,-1-1 0,0-1 0,0 1 0,0 0 0,-2 1 0,1 0 0,1-1 0,-1 0 0,-1 2 0,-1 0 0,0 0 0,3-1 0,-1 0 0,1-2 0,0 2 0,-2 0 0,3 1 0,-1 0 0,2-3 0,-1 2 0,0-3 0,0 1 0,0-1 0,0 2 0,2-1 0,0-1 0,-2 0 0,1 1 0,2-1 0,0 1 0,0 0 0,-1 2 0,1-1 0,-1 1 0,-1 1 0,1 0 0,-2 0 0,1 0 0,0 0 0,-3 1 0,3 1 0,-1 0 0,0-1 0,0 0 0,-2-1 0,2 0 0,0 0 0,-1 0 0,3 0 0,-2 0 0,-1 0 0,3-2 0,-2 0 0,2 0 0,1 1 0,-2 1 0,0 0 0,0 0 0,1 0 0,1 0 0,-1 0 0,-1 0 0,0 0 0,-2 0 0,1 0 0,1 0 0,-1 0 0,2 0 0,-2 0 0,1 0 0,-1 0 0,1-2 0,2 0 0,0 0 0,0-1 0,-1 2 0,2-3 0,0 1 0,1-1 0,0 3 0,-2-2 0,-1 1 0,-1-1 0,3 1 0,-2 0 0,0 0 0,0 1 0,-4 0 0,2 0 0,0 0 0,0-1 0,-2-1 0,1 3 0,-2 0 0,-1 0 0,1 1 0,-1 1 0,1 0 0,2-1 0,-2 0 0,1 0 0,0 0 0,1 1 0,-2 0 0,2-1 0,0 0 0,-1 2 0,2-1 0,-3-2 0,2 0 0,-1 0 0,-1 2 0,-1 0 0,1-1 0,-1 0 0,1-1 0,-1 0 0,0 0 0,1 0 0,-1 0 0,1 0 0,-1 0 0,0 0 0,1 0 0,-1 0 0,1 0 0,-1 0 0,0 0 0,1 0 0,1 0 0,1 0 0,-1 0 0,-1 0 0,0-2 0,1 0 0,0 0 0,0 2 0,0 0 0,0 0 0,1 0 0,-2 0 0,1 0 0,-2 0 0,0 0 0,1 0 0,-1 0 0,1 0 0,-1 0 0,-2 0 0,1 0 0,-4 0 0,1 3 0,-1-3 0,0 3 0,1-3 0,-1 0 0,3 0 0,-1 2 0,1 0 0,0 1 0,2-3 0,1 0 0,-1 0 0,1 0 0,-1 0 0,1 0 0,-1 0 0,0 0 0,1 0 0,-1 0 0,1 0 0,-3 0 0,0 0 0,-2 0 0,3 0 0,-4 0 0,2 0 0,-3 0 0,-3 0 0,2 0 0,-2 0 0,3 0 0,0 2 0,0-1 0,0 2 0,0-3 0,0 3 0,0-2 0,0 1 0,0-2 0,0 3 0,0-1 0,0 2 0,3-2 0,-1 2 0,-1 1 0,0 1 0,-1 0 0,0 1 0,0-1 0,1 1 0,0-1 0,1 1 0,0 0 0,-2 1 0,0 0 0,0 0 0,0-1 0,1-1 0,0 1 0,2-1 0,-1 1 0,-2-1 0,0 1 0,0-3 0,0 0 0,0-3 0,0 2 0,0-3 0,-2 0 0,-1-3 0,-2 0 0,2-3 0</inkml:trace>
  <inkml:trace contextRef="#ctx0" brushRef="#br0" timeOffset="1367">559 20 32767,'0'-4'0,"0"-2"0,-2 5 0,-1-3 0,-1 2 0,2-1 0,-2 3 0,0 0 0,-3 0 0,1 0 0,0 1 0,1 1 0,1 0 0,-1 2 0,0 1 0,0 3 0,1 1 0,-1 1 0,0 1 0,0 2 0,1 2 0,1 2 0,-1 2 0,2 0 0,0 0 0,2 1 0,0-3 0,0-1 0,0-1 0,0-3 0,0 0 0,3-4 0,1-1 0,2-2 0,0-4 0,0 1 0,1-1 0,-1-1 0,1 0 0,-1 0 0,1-1 0,2-1 0,-2-1 0,1-2 0,-1 1 0,0-1 0,-1-1 0,1 0 0,-2 1 0,0 1 0,0 0 0,-1-3 0,0 2 0,1 1 0,-4-2 0,2 2 0,0 1 0,-3-3 0,2 2 0,-2-1 0,-1 0 0,-2 1 0,0 1 0,1-1 0,-3 2 0,0 0 0,0 2 0,-2 0 0,1 0 0,-1 0 0,1 3 0,-1-2 0,1 3 0,0 1 0,-1 1 0,1 0 0,-1 1 0,2-1 0,0 1 0,0-1 0,3 0 0,-2 1 0,3-1 0,-2 1 0,3-1 0,3-2 0,0 1 0,4-1 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11:51.655"/>
    </inkml:context>
    <inkml:brush xml:id="br0">
      <inkml:brushProperty name="width" value="0.035" units="cm"/>
      <inkml:brushProperty name="height" value="0.035" units="cm"/>
      <inkml:brushProperty name="color" value="#33CCFF"/>
    </inkml:brush>
  </inkml:definitions>
  <inkml:trace contextRef="#ctx0" brushRef="#br0">32 187 32767,'0'-4'0,"0"1"0,0 3 0,0-3 0,0 2 0,0-3 0,0-1 0,0-1 0,0 0 0,0-1 0,0 1 0,0 1 0,0-1 0,0-1 0,0-1 0,-1 2 0,-1-1 0,2 1 0,-3 0 0</inkml:trace>
  <inkml:trace contextRef="#ctx0" brushRef="#br0" timeOffset="209">26 20 23481,'-7'-4'9286,"3"1"-9286,0 1 0,2 1 0,-2-2 0,1 0 0,1 3 0,2-3 0,0 3 0,0 0 0</inkml:trace>
  <inkml:trace contextRef="#ctx0" brushRef="#br0" timeOffset="800">109 187 20270,'4'-4'4915,"-2"1"0,-2 0-3582,0-1 1,0 1-1334,0-2 0,0 1 0,0-2 0,0-1 0,0 1 0,0-1 0,0 1 0,0 0 0,0-1 0,0 3 0,0 0 0,0 0 0,-2 0 0,1 1 0,-2 3 0,3 0 0,0-3 0,1 2 0,0-4 0,1 0 0,3 2 0,-3-1 0,2-1 0,-2 1 0,2 0 0,1 2 0,-1-1 0,0 3 0,1 0 0,1 0 0,-2 0 0,0 0 0,1 1 0,1 1 0,1 3 0,-1 2 0,0 3 0,1 0 0,-1-2 0,1 2 0,-2-1 0,0-1 0,0-1 0,-3 0 0,2-1 0,-3 1 0,2-1 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12:51.034"/>
    </inkml:context>
    <inkml:brush xml:id="br0">
      <inkml:brushProperty name="width" value="0.035" units="cm"/>
      <inkml:brushProperty name="height" value="0.035" units="cm"/>
      <inkml:brushProperty name="color" value="#008C3A"/>
    </inkml:brush>
  </inkml:definitions>
  <inkml:trace contextRef="#ctx0" brushRef="#br0">0 231 32767,'0'4'0,"0"1"0,0-4 0,0 2 0,0 0 0,0-3 0,0 3 0,0-3 0,0-3 0,0-1 0,0 1 0,1-2 0,1 0 0,-1 0 0,2-2 0,-1 1 0,0-1 0,3 1 0,-1-1 0,0 1 0,0 0 0,-2-3 0,3 1 0,0 0 0,0 1 0,0-2 0,-1 0 0,1 1 0,1-1 0,-2 2 0,0-2 0,1 2 0,1 0 0,-2-1 0,0-1 0,1 1 0,1 1 0,-2 3 0,1 0 0,0-1 0,0-1 0,1 2 0,-1 0 0,-1 1 0,1-1 0,1 2 0,0-2 0,1 2 0,-1-1 0,1 1 0,-1 0 0,0 0 0,1 2 0,-1 0 0,1 0 0,-1 0 0,1 0 0,-1 0 0,0 1 0,1 0 0,-1 1 0,1 0 0,-1-1 0,0 1 0,-1-1 0,-1 2 0,1 0 0,1-2 0,0 3 0,0 1 0,-1-1 0,-1 0 0,1 1 0,-1-2 0,-1 0 0,0 0 0,1-2 0,-2 3 0,1-1 0,-3 1 0,-6 0 0,-1 3 0</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12:54.667"/>
    </inkml:context>
    <inkml:brush xml:id="br0">
      <inkml:brushProperty name="width" value="0.035" units="cm"/>
      <inkml:brushProperty name="height" value="0.035" units="cm"/>
      <inkml:brushProperty name="color" value="#008C3A"/>
    </inkml:brush>
  </inkml:definitions>
  <inkml:trace contextRef="#ctx0" brushRef="#br0">135 392 20640,'4'0'4915,"-1"0"0,-3 0-2618,3 0-2297,-3 0 0,3 0 0,-3 0 0,0-3 0,0 2 0,0-2 0,-1 1 0,-1 0 0,2-1 0,-3 1 0,2 1 0,-1-1 0,1 2 0,-2 0 0,3 0 0,0-3 0,0 2 0,-3-2 0,3 3 0,-3 0 0</inkml:trace>
  <inkml:trace contextRef="#ctx0" brushRef="#br0" timeOffset="599">103 283 29724,'0'-4'3043,"0"1"-3043,0 0 0,0 0 0,0-4 0,0 3 0,0 0 0,0 2 0,0-2 0,0 1 0,0 0 0,-3 0 0,3 0 0,-2 1 0,1 1 0,1-4 0,0 1 0,0-2 0,0-1 0,0 3 0,1 0 0,1 1 0,-1-1 0,3 1 0,-1 0 0,2-1 0,-1-3 0,1 1 0,0 1 0,-2 1 0,1-1 0,-1-1 0,0 0 0,1 0 0,1-1 0,-2 1 0,0-1 0,-1 1 0,0 0 0,0-1 0,-2 1 0,0-1 0,0 1 0,0-1 0,0 1 0,0 0 0,0-1 0,0-1 0,-1-1 0,-1 1 0,-2 1 0,0 1 0,0 1 0,-1 2 0,-1 0 0,-1-1 0,-1 2 0,-1 0 0,-1 1 0,2 2 0,-2 1 0,0 3 0,0 0 0,1 2 0,-1 0 0,1 1 0,1 0 0,1 1 0,1-3 0,2 1 0,2-1 0,-1 0 0,1 1 0,0-4 0,2 0 0</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14:45.624"/>
    </inkml:context>
    <inkml:brush xml:id="br0">
      <inkml:brushProperty name="width" value="0.035" units="cm"/>
      <inkml:brushProperty name="height" value="0.035" units="cm"/>
    </inkml:brush>
  </inkml:definitions>
  <inkml:trace contextRef="#ctx0" brushRef="#br0">202 462 32767,'2'-7'0,"0"0"0,-1-1 0,0-3 0,-1-4 0,0-3 0,0-2 0,0-4 0,0-2 0,0-1 0,-1-1 0,-1-1 0,2 2 0,-3-1 0,1 2 0,0 3 0,-1 1 0,1 3 0,0 2 0,1 2 0,-3 4 0,3 6 0,-1 5 0,-1 5 0,-1 5 0</inkml:trace>
  <inkml:trace contextRef="#ctx0" brushRef="#br0" timeOffset="516">381 6 32767,'-6'0'0,"0"-2"0,-2 0 0,0 1 0,-3 0 0,-4 1 0,-2 0 0,-1 0 0,-5 0 0,-1 0 0,-3 0 0,-3 0 0,0 0 0,0 0 0,2 0 0,2 0 0,3 0 0,3 0 0,4 0 0,5 0 0,7 0 0,4 1 0,4 1 0,7-1 0,3 1 0</inkml:trace>
  <inkml:trace contextRef="#ctx0" brushRef="#br0" timeOffset="1350">574 276 32029,'-4'-3'369,"-1"2"0,0-3-369,0 1 0,-1 0 0,1 2 0,0-1 0,-2 0 0,0-1 0,-1 1 0,0 1 0,-1 0 0,2 1 0,-4 1 0,0 1 0,1 2 0,-1 3 0,2 1 0,1 2 0,1 2 0,1-1 0,0 5 0,2-1 0,2 0 0,1 0 0,2-1 0,1-1 0,2-3 0,2-2 0,1-3 0,2 0 0,1-3 0,0-2 0,-1-3 0,-1-4 0,1-3 0,2 0 0,-3 0 0,0-2 0,-1 0 0,-1 0 0,1 1 0,-1 1 0,1 1 0,-3 0 0,0 3 0,-2-1 0,1 4 0,-1 0 0,-1 8 0,1 2 0,-1 2 0,-1 2 0,0 2 0,1-1 0,0 1 0,1 0 0,0 0 0,-2 0 0,1-1 0,1-1 0,-1-2 0,1-3 0,2 1 0,-1-1 0</inkml:trace>
  <inkml:trace contextRef="#ctx0" brushRef="#br0" timeOffset="1932">696 462 32767,'0'-4'0,"0"-1"0,0 1 0,0-2 0,0-1 0,0-2 0,0 1 0,0-3 0,0 1 0,0 0 0,2-2 0,0 2 0,-1 0 0,0 1 0,-1 0 0,0 0 0,0 1 0,0 4 0,0 2 0,0 4 0,0 2 0,0 2 0,0 1 0,0-1 0,0 0 0,0-1 0,0-1 0,0 1 0,3-2 0,0-1 0,2-4 0,-1-2 0,-2-1 0,2-1 0,-1 0 0,1-1 0,-1-1 0,2 1 0,0-1 0,0 0 0,0-1 0,2 3 0,-1 0 0,1 2 0,-1-1 0,0 3 0,2 0 0,0 1 0,-1 1 0,2 2 0,-2 1 0,-1 4 0,1 4 0,-1 0 0,1 3 0,-1 3 0,0 2 0,1 0 0,-1 0 0,1 1 0,-3-4 0,0-1 0,-1-2 0,1 0 0,-3-6 0,-4-4 0,-4-6 0</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14:51.790"/>
    </inkml:context>
    <inkml:brush xml:id="br0">
      <inkml:brushProperty name="width" value="0.035" units="cm"/>
      <inkml:brushProperty name="height" value="0.035" units="cm"/>
    </inkml:brush>
  </inkml:definitions>
  <inkml:trace contextRef="#ctx0" brushRef="#br0">45 32 32029,'0'-4'738,"0"1"-738,0 1 0,0 0 0,0-2 0,0 2 0,0-2 0,0 1 0,0-1 0,0 3 0,0-1 0,0 4 0,0 2 0,0 2 0,0 3 0,0 2 0,0 1 0,-3 3 0,0 3 0,-2 1 0,1 2 0,2 5 0,-2 4 0,-1 3 0,-1 1 0,2 0 0,0-3 0,1-1 0,2 0 0,0-3 0,1-2 0,1-1 0,1-1 0,4 1 0,2-1 0,1-1 0,0 0 0,-1-1 0,2-2 0,2-2 0,0 1 0,1-6 0,-1 0 0,-1-2 0,0-2 0,0-3 0,2-1 0,-1-3 0,1 2 0</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14:57.857"/>
    </inkml:context>
    <inkml:brush xml:id="br0">
      <inkml:brushProperty name="width" value="0.035" units="cm"/>
      <inkml:brushProperty name="height" value="0.035" units="cm"/>
    </inkml:brush>
  </inkml:definitions>
  <inkml:trace contextRef="#ctx0" brushRef="#br0">4 0 32767,'-3'0'0,"2"1"0,3 1 0,3-1 0,-1 4 0,2 0 0,2 0 0,1 2 0,-1-1 0,2 0 0,-3 2 0,4-1 0,1 3 0,0 0 0,-2-2 0,1 3 0,0 0 0,2 1 0,-3 4 0,0 1 0,-1 0 0,-3 0 0,-1 1 0,-3 2 0,0 2 0,-2 1 0,0 0 0,-2 1 0,-3-1 0,0-1 0,-4 2 0,0-1 0,0 1 0,-1-1 0,-1-1 0,0 0 0,-1 1 0,-1 0 0,3-5 0,-1-1 0,0-4 0,1-2 0,1-2 0,3-2 0,2-4 0,2-3 0,1-4 0,1-2 0,0 0 0,0 0 0,0-4 0,0 0 0</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15:02.221"/>
    </inkml:context>
    <inkml:brush xml:id="br0">
      <inkml:brushProperty name="width" value="0.05" units="cm"/>
      <inkml:brushProperty name="height" value="0.05" units="cm"/>
      <inkml:brushProperty name="color" value="#008C3A"/>
    </inkml:brush>
  </inkml:definitions>
  <inkml:trace contextRef="#ctx0" brushRef="#br0">58 366 32767,'-3'3'0,"2"1"0,-1-2 0,1-1 0,1 4 0,0-4 0,1 2 0,1-3 0,-1 0 0,2-1 0,-3-1 0,0 1 0,0-2 0,0 1 0,0-2 0,0-2 0</inkml:trace>
  <inkml:trace contextRef="#ctx0" brushRef="#br0" timeOffset="485">51 250 20270,'0'-3'9830,"0"-1"-7163,0 2-2667,0 1 0,0-2 0,1 1 0,1 0 0,-1-1 0,1 1 0,-1 1 0,-1-4 0,0 3 0,0-2 0,0 2 0,0-2 0,0 2 0,2-1 0,0 0 0,0 2 0,-1-3 0,1 2 0,-1-3 0,3 2 0,-1 0 0,0 1 0,-2-3 0,2 1 0,1 1 0,-2-3 0,2 2 0,0-2 0,0 0 0,1-1 0,-2 1 0,-1-1 0,1 1 0,2-1 0,-3-1 0,0-1 0,1 2 0,-3-1 0,3 0 0,-3-1 0,0 1 0,-2 1 0,-1 1 0,0 0 0,1-1 0,-3 1 0,0-1 0,0 2 0,-2 0 0,0 0 0,-1 3 0,0 1 0,0 0 0,-1 1 0,-1 0 0,1 0 0,0 0 0,0 2 0,3 1 0,-1 1 0,4 0 0,0 2 0,3 1 0</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15:07.252"/>
    </inkml:context>
    <inkml:brush xml:id="br0">
      <inkml:brushProperty name="width" value="0.035" units="cm"/>
      <inkml:brushProperty name="height" value="0.035" units="cm"/>
    </inkml:brush>
  </inkml:definitions>
  <inkml:trace contextRef="#ctx0" brushRef="#br0">7 552 32767,'4'0'0,"0"0"0,1 0 0,1 0 0,1 0 0,1-1 0,0-1 0,3 2 0,-2-3 0,1 3 0,-1 0 0,2-3 0,-1-1 0</inkml:trace>
  <inkml:trace contextRef="#ctx0" brushRef="#br0" timeOffset="569">0 450 20559,'0'-5'9830,"0"1"-8641,0 3 0,1-3-1189,1 2 0,0 1 0,2-1 0,1 1 0,3 1 0,0-2 0,2 0 0,0 0 0,0-1 0,1 2 0,2-4 0,-1 1 0</inkml:trace>
  <inkml:trace contextRef="#ctx0" brushRef="#br0" timeOffset="1271">545 110 20559,'-6'-3'3039,"2"2"1,-1-2 0,0 1-2268,0 0 0,-1-1 0,1 2 1,1-1-773,-1 0 0,-1 1 0,0 1 0,-1 0 0,1 0 0,-1 0 0,1 1 0,0 1 0,-1 3 0,1 2 0,0 3 0,1 0 0,1 4 0,2-1 0,0 2 0,2 0 0,0 0 0,3 0 0,3-3 0,2 0 0,2-2 0,1-4 0,1 0 0,0-3 0,-2-1 0,1-2 0,2-2 0,-1-3 0,-1 0 0,-2-2 0,-3-2 0,1-2 0,-1-1 0,-2 0 0,-2 1 0,-1 0 0,-1 0 0,0 1 0,-1 0 0,-1 0 0,0 3 0,-3 2 0,-1 3 0,-2 1 0,0 1 0,-2 0 0,0 3 0,-3 1 0</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15:14.005"/>
    </inkml:context>
    <inkml:brush xml:id="br0">
      <inkml:brushProperty name="width" value="0.035" units="cm"/>
      <inkml:brushProperty name="height" value="0.035" units="cm"/>
    </inkml:brush>
  </inkml:definitions>
  <inkml:trace contextRef="#ctx0" brushRef="#br0">346 283 32767,'4'0'0,"-2"2"0,-1-1 0,-1 1 0,0-4 0,0 1 0,0-4 0,0 0 0,0 0 0,0-4 0,0 0 0,0 0 0,0-1 0,0-1 0,0 0 0,0-1 0,0-1 0,0 3 0,0-1 0,0 0 0,0-2 0,0 1 0,0-1 0,0 0 0,0 0 0,-2 2 0,0 1 0,0-1 0,1 1 0,1 1 0,0 2 0,0 1 0,0 0 0,0 1 0,0 1 0,0 3 0,1-2 0,1 3 0,3 0 0,0 0 0,2 0 0,1 0 0,1 0 0,1 3 0,0 1 0,-1 2 0,0 0 0,0 0 0,-3 1 0,1-1 0,-1 1 0,0-1 0,-2 1 0,-2-1 0,-1 0 0,-2 1 0,-1-1 0,-2-2 0,-4-1 0,-1-1 0,-1 0 0,1 0 0,-2-2 0,1 0 0,0 0 0,0 0 0,4 0 0,0 0 0,-1 0 0,1 0 0,2 3 0,1 0 0</inkml:trace>
  <inkml:trace contextRef="#ctx0" brushRef="#br0" timeOffset="750">603 308 20435,'0'7'9830,"-1"-4"-7328,-1-1-2502,1-1 0,-1-4 0,2-1 0,0-2 0,0 0 0,0-1 0,0-2 0,0-1 0,0 0 0,0-3 0,2 2 0,0-2 0,-1 1 0,0 1 0,-1-2 0,0 0 0,0 0 0,0 0 0,0 0 0,0 1 0,0-1 0,0-1 0,-1 1 0,0-1 0,-1 2 0,0 3 0,1-1 0,-1 1 0,0 1 0,-1 3 0,2 0 0,-1 0 0,0 2 0,2-1 0,0 2 0,3-1 0,1 3 0,2 0 0,0 0 0,0 0 0,1 1 0,-1 1 0,3 2 0,-1 2 0,1 1 0,0-1 0,-2 0 0,2 1 0,-2-1 0,-1 1 0,-1-3 0,-2 0 0,0 1 0,-2 1 0,0 0 0,-1 1 0,-1-1 0,-1 0 0,-2-1 0,-2-1 0,-2-2 0,-1 0 0,1 1 0,-2-1 0,3 0 0,-1-2 0,1 0 0,1 1 0,1 0 0,1 1 0,2 0 0,-1-2 0</inkml:trace>
  <inkml:trace contextRef="#ctx0" brushRef="#br0" timeOffset="1399">0 283 32767,'1'4'0,"1"-1"0,2 0 0,5 0 0,2-1 0,4 0 0,4 2 0,9-3 0,8 2 0,6-3 0,7 0 0,4 0 0,7 1 0,1 1 0,3 2 0,-1-1 0,-3-1 0,-3-1 0,-1-1 0,-1-1 0,-3-1 0,-4-5 0,-4-5 0,-3-4 0</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15:19.588"/>
    </inkml:context>
    <inkml:brush xml:id="br0">
      <inkml:brushProperty name="width" value="0.035" units="cm"/>
      <inkml:brushProperty name="height" value="0.035" units="cm"/>
    </inkml:brush>
  </inkml:definitions>
  <inkml:trace contextRef="#ctx0" brushRef="#br0">116 96 29111,'-7'0'1218,"1"0"1,1 0 0,1 0-1219,-1 0 0,2-2 0,-2-1 0,0 0 0,0 1 0,-2 0 0,1 2 0,-1 0 0,1 0 0,0 2 0,-1 3 0,1 0 0,0 2 0,1 2 0,1 2 0,2-1 0,-1 0 0,1-1 0,0-1 0,0-1 0,3-1 0,0-1 0,1-1 0,3-3 0,0 1 0,1-2 0,3-2 0,-2-1 0,2-4 0,0-1 0,-1-1 0,1-1 0,-4 1 0,0 0 0,0 0 0,-2 2 0,2-2 0,-1 2 0,-1 2 0,1 0 0,-3 3 0,1 5 0,-1 3 0,-1 2 0,0 2 0,0 2 0,0 0 0,-2 0 0,0-1 0,0-1 0,2 0 0,0 0 0,0-1 0,0-1 0,0-3 0,0-1 0,0-5 0,0 0 0</inkml:trace>
  <inkml:trace contextRef="#ctx0" brushRef="#br0" timeOffset="581">289 19 29111,'3'-6'3656,"-3"0"-3656,3 2 0,-2 2 0,1 4 0,-1 2 0,1 2 0,-1 1 0,1 2 0,-1 0 0,2 3 0,-1 0 0,0 2 0,0 2 0,-2 0 0,0-1 0,0 1 0,2 1 0,1-2 0,-2-1 0,0 0 0,-1-2 0,0-1 0,0-3 0,0-1 0,0 0 0</inkml:trace>
  <inkml:trace contextRef="#ctx0" brushRef="#br0" timeOffset="930">308 167 20435,'0'-7'9830,"0"3"-8996,0 0 0,0 2 0,-1-2-834,-1 1 0,-1 1 0,-4 2 0,1 0 0,-1 0 0,1 0 0,-1 0 0,1 1 0,0 1 0,-1 2 0,1 4 0,-1 1 0,1-1 0,0 2 0,2 0 0,1 0 0,0-2 0,3 0 0,-2 0 0,4 0 0,1 0 0,4-4 0,-1-1 0,0-3 0,2 0 0,-1-3 0,2-1 0,-1-2 0,2 0 0,0 0 0</inkml:trace>
  <inkml:trace contextRef="#ctx0" brushRef="#br0" timeOffset="1451">475 103 32767,'0'3'0,"0"3"0,0-2 0,0 0 0,0 0 0,2 1 0,0 1 0,0 0 0,-2 1 0,1 1 0,1 1 0,-1 0 0,1-1 0,-1 1 0,-1 1 0,-1-2 0,-1 0 0,0 0 0,-2-2 0,2 0 0,-2 0 0,-1-2 0,-1 1 0,-1-2 0,1-2 0,0-3 0,0-2 0,1-2 0,1-1 0,0-1 0,-1-1 0,2 1 0,0-1 0,1 1 0,-1-1 0,-1 3 0</inkml:trace>
  <inkml:trace contextRef="#ctx0" brushRef="#br0" timeOffset="1933">455 26 20435,'0'-7'4915,"0"4"0,0-1-2413,0 2-2502,0 1 0,0-1 0,0 2 0,0 2 0,0-1 0,0 2 0,0-3 0,0 0 0</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15:23.770"/>
    </inkml:context>
    <inkml:brush xml:id="br0">
      <inkml:brushProperty name="width" value="0.035" units="cm"/>
      <inkml:brushProperty name="height" value="0.035" units="cm"/>
    </inkml:brush>
  </inkml:definitions>
  <inkml:trace contextRef="#ctx0" brushRef="#br0">19 116 32767,'7'0'0,"-1"0"0,1 0 0,-1 0 0,1 0 0,1 0 0,1 0 0,-2 0 0,1-3 0,-2-1 0</inkml:trace>
  <inkml:trace contextRef="#ctx0" brushRef="#br0" timeOffset="281">0 39 32767,'7'-1'0,"-1"-1"0,0 1 0,2-3 0,-1 0 0,2 1 0,0 1 0,-1-2 0,1 1 0,1-1 0,1 0 0,2-3 0</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15:25.068"/>
    </inkml:context>
    <inkml:brush xml:id="br0">
      <inkml:brushProperty name="width" value="0.035" units="cm"/>
      <inkml:brushProperty name="height" value="0.035" units="cm"/>
    </inkml:brush>
  </inkml:definitions>
  <inkml:trace contextRef="#ctx0" brushRef="#br0">6 443 25062,'0'-7'3852,"0"3"1,0 0-3853,0-1 0,0 2 0,-2 1 0,1 1 0,-2 1 0,4 0 0,1 0 0,1 0 0,4 0 0,0 0 0,2 0 0,-2 0 0,3 0 0,0 0 0,0 0 0,-1 0 0,2 0 0,-1 0 0,0 0 0,2 0 0,-4 0 0,0 0 0,-1 3 0,0 1 0</inkml:trace>
  <inkml:trace contextRef="#ctx0" brushRef="#br0" timeOffset="1119">725 20 20435,'3'0'9830,"0"0"-8996,-3-3 0,0 1 0,-3-1-834,-1 0 0,-2-1 0,0 1 0,0 2 0,-1 0 0,-1 1 0,-2 0 0,1 0 0,0 0 0,-3 3 0,2 1 0,-2 2 0,-1 1 0,0 2 0,0 2 0,1 3 0,1 1 0,2 3 0,3-1 0,-1 3 0,1 2 0,0-1 0,2-2 0,2 0 0,1-2 0,2-1 0,1-4 0,2 1 0,2-3 0,2-3 0,2-3 0,-1-1 0,0-2 0,3 0 0,-2-1 0,0-1 0,1-1 0,-2-1 0,0-2 0,1 1 0,0-1 0,-2-1 0,2 0 0,-2-1 0,1 1 0,-1 2 0,-4-1 0,1 1 0,-4 0 0,2 0 0,-1 1 0,0-1 0,0 3 0,-4-2 0,-1 1 0,0 0 0,-1 0 0,-3 2 0,1 0 0,-1 0 0,0 0 0,-1 0 0,-1 0 0,-1 0 0,0 2 0,-1 1 0,1-1 0,1 1 0,0 2 0,3-3 0,-1 1 0,1 0 0,-1 1 0,1-2 0,2 3 0,2-1 0</inkml:trace>
  <inkml:trace contextRef="#ctx0" brushRef="#br0" timeOffset="1667">815 411 32003,'-7'0'764,"1"0"-764,-1 0 0,3 0 0,0 1 0,-2 0 0,-2 1 0,0 1 0,-3-2 0,-2 1 0,-1 0 0,-4 1 0,1-1 0,-1-1 0,-2 0 0,-1 1 0,-1 0 0,0 0 0,0-2 0,0 0 0,4 0 0,1 0 0,2 0 0,2 0 0,2 0 0,5 3 0,4 2 0,7 0 0,2 2 0</inkml:trace>
  <inkml:trace contextRef="#ctx0" brushRef="#br0" timeOffset="2202">526 796 32767,'0'-7'0,"0"1"0,0-1 0,0-2 0,0-1 0,0-3 0,1-2 0,1 0 0,-1-2 0,1 2 0,-2-1 0,0 0 0,0 2 0,0 3 0,0 1 0,0 0 0,0 2 0,0 1 0,0 4 0,0 3 0,0 3 0</inkml:trace>
  <inkml:trace contextRef="#ctx0" brushRef="#br0" timeOffset="3102">635 590 32767,'0'-3'0,"0"0"0,0 3 0,0 3 0,0 1 0,0 2 0,0 0 0,0 1 0,0-1 0,2 0 0,0 1 0,0 0 0,1 2 0,-2-2 0,2 1 0,-1-1 0,0 0 0,3-1 0,-1 1 0,-1-1 0,3-2 0,-2 1 0,2-4 0,0 1 0,1-1 0,-3-2 0,0 0 0,1-2 0,-2-1 0,2 2 0,-2-2 0,1-1 0,-2 0 0,1 0 0,1 1 0,-1 2 0,-1-3 0,1 1 0,0 0 0,-3 1 0,3 1 0,0-3 0,-2 2 0,1-1 0,-1 1 0,1-1 0,-1 2 0,1-2 0,-1 2 0,-1-3 0,0 3 0,0-2 0,0 2 0,0 0 0,0-1 0,-1 2 0,-1-1 0,1 1 0,-1 1 0,2 0 0,0 3 0,0 1 0,0 2 0,0 0 0,0 2 0,0 0 0,0 1 0,0 3 0,0 2 0,0 2 0,0 1 0,0 2 0,0 0 0,0 1 0,0-1 0,0-1 0,2-1 0,0-4 0,0-3 0,-2-4 0,1 0 0,1-2 0,-1-2 0,1-4 0,-2-2 0,2-6 0,1-2 0,-1-4 0,-2-3 0</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15:40.386"/>
    </inkml:context>
    <inkml:brush xml:id="br0">
      <inkml:brushProperty name="width" value="0.05" units="cm"/>
      <inkml:brushProperty name="height" value="0.05" units="cm"/>
      <inkml:brushProperty name="color" value="#008C3A"/>
    </inkml:brush>
  </inkml:definitions>
  <inkml:trace contextRef="#ctx0" brushRef="#br0">58 533 31342,'0'-6'1425,"0"2"-1425,0 1 0,0 3 0,0 6 0,0-4 0,0 3 0,0-5 0,0-3 0,0 2 0,-1-3 0,-1 2 0,2-1 0,-6 3 0,3 1 0,-1 1 0,1 2 0,3 2 0,0-1 0,0-1 0,1-3 0,1 1 0,-1-1 0,4-1 0,-1 0 0,-1-1 0,-1-1 0,-1-2 0,1 0 0,0 0 0,0-1 0,-1 2 0,-1-2 0,0 3 0,-1-1 0,-1 0 0,1 1 0,-5 2 0,6 0 0,-6 2 0,2 2 0</inkml:trace>
  <inkml:trace contextRef="#ctx0" brushRef="#br0" timeOffset="666">58 360 21032,'0'4'9830,"0"-1"-7925,0-3-1905,0-6 0,1 2 0,0-3 0,1 2 0,1 1 0,-1-3 0,-1 1 0,1 0 0,-1 1 0,0 2 0,1 0 0,-1-2 0,1 1 0,-2 0 0,0 0 0,0 0 0,0-1 0,0 1 0,1 3 0,1-2 0,0 2 0,2-1 0,-2 0 0,2-2 0,0 0 0,1-2 0,-1 1 0,1 1 0,-1-1 0,0-3 0,0 0 0,0 0 0,2-2 0,-3 1 0,1-1 0,-2-1 0,1-3 0,-1-2 0,0 0 0,1 0 0,-2 1 0,1 1 0,-2-1 0,0 0 0,-2 3 0,-2 1 0,0 2 0,-1 2 0,-1 1 0,-3 0 0,-1 2 0,1 2 0,-2 1 0,0 1 0,-1 0 0,-1 0 0,1 3 0,1 1 0,3 2 0,1 0 0,0 1 0,2-1 0,0 0 0,3 1 0,1-1 0,1 1 0,0-1 0</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15:43.053"/>
    </inkml:context>
    <inkml:brush xml:id="br0">
      <inkml:brushProperty name="width" value="0.035" units="cm"/>
      <inkml:brushProperty name="height" value="0.035" units="cm"/>
    </inkml:brush>
  </inkml:definitions>
  <inkml:trace contextRef="#ctx0" brushRef="#br0">33 91 32767,'6'0'0,"1"0"0,-1 0 0,1 0 0,1 0 0,1 0 0,1 0 0,-1 0 0,0-1 0,0-1 0,-2-2 0,2-2 0</inkml:trace>
  <inkml:trace contextRef="#ctx0" brushRef="#br0" timeOffset="380">1 20 32767,'4'0'0,"0"-1"0,-1-1 0,2 1 0,-1-1 0,2 1 0,0-1 0,0 1 0,1-1 0,1 0 0,1 0 0,-1 2 0,-1-3 0</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15:46.102"/>
    </inkml:context>
    <inkml:brush xml:id="br0">
      <inkml:brushProperty name="width" value="0.035" units="cm"/>
      <inkml:brushProperty name="height" value="0.035" units="cm"/>
    </inkml:brush>
  </inkml:definitions>
  <inkml:trace contextRef="#ctx0" brushRef="#br0">161 59 20634,'0'-7'4915,"-3"4"0,0-3-4340,-4 2 1,1 0 0,-1 0 0,1 1-576,-1-1 0,-1 3 0,-1-1 0,-1 1 0,1 1 0,-2 1 0,1 1 0,-1 3 0,0 3 0,4 1 0,-2 3 0,2 0 0,0 2 0,3 0 0,1-1 0,0 0 0,1 2 0,2-3 0,0 0 0,0-2 0,2-2 0,2-2 0,2-2 0,1-1 0,-1-3 0,3 0 0,-1 0 0,1-3 0,0-1 0,-1-4 0,2-1 0,0-1 0,0-1 0,-2 1 0,0-1 0,-1 0 0,0 1 0,-1-1 0,0 2 0,-2 1 0,-2 1 0,1 3 0,-1 0 0,1 3 0,-3 1 0,0 4 0,0 4 0,0 3 0,0 1 0,0 3 0,0 1 0,0-1 0,0 1 0,0-1 0,0-2 0,2 0 0,0-1 0,0 1 0,-2 0 0</inkml:trace>
  <inkml:trace contextRef="#ctx0" brushRef="#br0" timeOffset="381">283 238 32767,'0'-6'0,"0"-1"0,0 0 0,0-1 0,0-1 0,0-1 0,1 2 0,0-3 0,1 0 0,0 1 0,-2-1 0,0 2 0,0-1 0,0 1 0,0 0 0,0 1 0,0-1 0,-2 1 0,0 1 0,-1 4 0,1 1 0,1 1 0,-2 2 0,3 1 0,3-1 0,2 1 0,0-2 0,2-2 0,-1-1 0,0 1 0,1-1 0,1-2 0,1 3 0,0 0 0,0-1 0,-2 3 0,2-3 0,0 3 0,-1 0 0,1 0 0,-3 0 0,1 0 0,-1 0 0,1 0 0</inkml:trace>
  <inkml:trace contextRef="#ctx0" brushRef="#br0" timeOffset="782">578 225 20634,'-4'0'3276,"-1"0"1,1 0 0,-2 1-2702,-1 1 1,3-1 0,0 1 0,-1-1-576,-1-1 0,-3 0 0,1 0 0,0-1 0,1-1 0,0-2 0,1-2 0,0-1 0,-1-2 0,4 1 0,1-2 0,1-2 0,1 0 0,1-1 0,3 1 0,3 1 0,2 0 0,0 3 0,1 0 0,0 1 0,0 3 0,0-1 0,1 3 0,-1 0 0,-1 2 0,0 0 0,-3 0 0</inkml:trace>
  <inkml:trace contextRef="#ctx0" brushRef="#br0" timeOffset="1250">764 257 20634,'0'-4'2457,"0"0"1,0 0-1,0-3 1,0 0-1883,0-2 1,0-1 0,0-3 0,0-1-576,0-1 0,0-2 0,0 1 0,0 0 0,0-2 0,0 1 0,0 1 0,0 0 0,0 2 0,-3 1 0,-1 2 0,-5 2 0,-1 3 0</inkml:trace>
  <inkml:trace contextRef="#ctx0" brushRef="#br0" timeOffset="1487">693 129 20634,'5'4'9388,"-2"-1"-8473,0-1 0,2-1 0,-1 1-915,2-1 0,1-1 0,1 0 0,1 0 0,1 0 0,1-1 0,2-1 0,0-2 0,-1-2 0,3 2 0,0 0 0,0 1 0,-2-2 0,0 2 0</inkml:trace>
  <inkml:trace contextRef="#ctx0" brushRef="#br0" timeOffset="2038">982 142 24389,'-4'-4'4189,"-1"2"0,1-1-4189,-2 1 0,-1 0 0,1 2 0,-1 0 0,2 3 0,0 1 0,1 2 0,1 0 0,1 3 0,2-1 0,-2 0 0,0-1 0,1 0 0,3-1 0,1-2 0,4-2 0,-1-1 0,0-1 0,1-2 0,-1-1 0,-1-1 0,-1-1 0,-1 2 0,2-1 0,-1 0 0,-1 1 0,2 1 0,-1 0 0,0 2 0,-1 0 0,0 2 0,0 2 0,-2 2 0,1 1 0,0-1 0,-1 1 0,-1 1 0,0 1 0,0-1 0,0-1 0,0-1 0,0 1 0</inkml:trace>
  <inkml:trace contextRef="#ctx0" brushRef="#br0" timeOffset="2534">1078 257 20634,'4'0'9830,"-1"3"-7527,-1-1-2303,-1 0 0,3-5 0,-3-1 0,1-2 0,0 0 0,-2-1 0,0 0 0,0-1 0,0 0 0,0-4 0,0 2 0,0 0 0,0-1 0,0 1 0,0-1 0,0 3 0,0 1 0,0 0 0,0 1 0,0-1 0,0 4 0,0 1 0,0 4 0,0 3 0,0 3 0,0-1 0,1 3 0,1 0 0,0-3 0,0 1 0,-2-2 0,1 0 0,1-2 0,-1 1 0,3-3 0,-1 0 0,0-2 0,0-3 0,1 0 0,-1-4 0,0 1 0,0 0 0,2-1 0,-2 1 0,2-1 0,-1 1 0,0 0 0,3-1 0,-1 1 0,0 2 0,1 1 0,-1 3 0,1 0 0,-1 0 0,3 3 0,-1 2 0,0 3 0,-1 3 0,0 4 0,-1 1 0,0 1 0,1 0 0,-1-2 0,0 2 0,-1-1 0,-1 0 0,-2-1 0,0-3 0,-2-2 0</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15:50.799"/>
    </inkml:context>
    <inkml:brush xml:id="br0">
      <inkml:brushProperty name="width" value="0.035" units="cm"/>
      <inkml:brushProperty name="height" value="0.035" units="cm"/>
    </inkml:brush>
  </inkml:definitions>
  <inkml:trace contextRef="#ctx0" brushRef="#br0">52 20 25641,'0'-4'2375,"0"1"0,0 4 1,0 1-2376,0 2 0,0 5 0,-1 2 0,0 1 0,-1 3 0,-3 2 0,3 5 0,-2 1 0,-1 2 0,0 4 0,0 1 0,1 4 0,-1 2 0,1 0 0,1 0 0,0-1 0,1 1 0,2-2 0,0 0 0,3-2 0,1-5 0,4-6 0,3-1 0,2-3 0,2-1 0,1-2 0,3-3 0,1-1 0,-1 0 0,-2-1 0,-1-2 0,0-1 0,2 5 0,-2-4 0</inkml:trace>
  <inkml:trace contextRef="#ctx0" brushRef="#br0" timeOffset="852">386 58 30022,'0'-4'1372,"0"-1"1,0 3-1373,0-2 0,-1 3 0,-1-1 0,0 1 0,-2 1 0,2 2 0,-2 1 0,-1 2 0,2 3 0,-2 2 0,2 2 0,0 2 0,0 3 0,-1 4 0,2 1 0,0 0 0,2 0 0,0-1 0,0-1 0,0-2 0,0-1 0,2-4 0,3-5 0,1-2 0,3-2 0,-2-3 0,1 1 0,0-4 0,-2-2 0,0-2 0,1-1 0,-2-1 0,0 0 0,0-3 0,-3 3 0,-1 0 0,0 1 0,-1 0 0,0 1 0,0-1 0,-3 2 0,-1 0 0,-2 3 0,0 2 0,-1 0 0,1 0 0,0 0 0,-3 2 0,0 3 0,2 0 0,2 2 0,0-1 0,-2 3 0,-3 1 0</inkml:trace>
  <inkml:trace contextRef="#ctx0" brushRef="#br0" timeOffset="1319">495 392 32767,'-5'0'0,"1"0"0,-1 0 0,-1 0 0,0 0 0,-1 0 0,-2 0 0,-1 0 0,-5 2 0,-3 0 0,0-1 0,-1 0 0,0-1 0,1 1 0,2 0 0,0 1 0,4 1 0,3-1 0,1 0 0,2 2 0,1 0 0,5 3 0</inkml:trace>
  <inkml:trace contextRef="#ctx0" brushRef="#br0" timeOffset="1769">321 635 30022,'0'-6'1372,"0"2"1,0-1-1373,0 0 0,0 0 0,0-2 0,0 1 0,0-1 0,0 1 0,0-1 0,0-2 0,0 1 0,0-1 0,0-1 0,0 2 0,0 1 0,0 1 0,0-1 0,0 1 0,0 2 0,-2 2 0,-2 2 0</inkml:trace>
  <inkml:trace contextRef="#ctx0" brushRef="#br0" timeOffset="2470">392 488 32767,'0'-4'0,"0"2"0,0 4 0,0 3 0,0 0 0,0 2 0,0-1 0,2 0 0,1 1 0,1-1 0,-2 1 0,2-1 0,1 1 0,-2-3 0,2-1 0,0 0 0,-2-1 0,2-2 0,0 0 0,-2 2 0,1 1 0,1-2 0,-1 0 0,0-2 0,-2-1 0,3 0 0,0-2 0,-3 2 0,1-2 0,-2 0 0,0-1 0,2 1 0,-1 0 0,-2-3 0,0 3 0,0 0 0,0 2 0,0-3 0,0 4 0,0-5 0,0 5 0,0-1 0,0 2 0,0 2 0,0 3 0,0 0 0,0 2 0,0 0 0,0 2 0,2-2 0,0 2 0,-1-1 0,0 1 0,-1 0 0,0-3 0,0 0 0,0 1 0,0-1 0,0 1 0,0-4 0,0 0 0,0-3 0</inkml:trace>
  <inkml:trace contextRef="#ctx0" brushRef="#br0" timeOffset="3286">482 546 32767,'0'-5'0,"0"1"0,0 3 0,0-2 0,0 3 0,0 3 0,0-2 0,0 3 0,0 1 0,0 1 0,0 2 0,2 1 0,0 0 0,-1 0 0,1-1 0,-1 2 0,1-1 0,0-1 0,-1-1 0,-1-1 0,0 1 0,0-1 0,2-2 0,0 1 0,0-4 0,-5-4 0,0-4 0</inkml:trace>
  <inkml:trace contextRef="#ctx0" brushRef="#br0" timeOffset="4169">623 0 32767,'6'3'0,"1"1"0,1 2 0,1 1 0,2 0 0,0 1 0,1 3 0,1 1 0,-2 2 0,1 1 0,0 2 0,-1 1 0,-2 2 0,-1 1 0,-1 2 0,-3 2 0,-1-1 0,-3 4 0,-1-2 0,-1 0 0,-2 2 0,-4 2 0,-1 1 0,-1 1 0,-1 1 0,-2-1 0,0 0 0,0 3 0,1-5 0,1-1 0,1-2 0,1-4 0,2-3 0,3-5 0,3-8 0,-1-6 0,4-6 0,2-5 0,-1-5 0,-1-2 0,1-1 0,1-2 0</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16:00.567"/>
    </inkml:context>
    <inkml:brush xml:id="br0">
      <inkml:brushProperty name="width" value="0.05" units="cm"/>
      <inkml:brushProperty name="height" value="0.05" units="cm"/>
      <inkml:brushProperty name="color" value="#008C3A"/>
    </inkml:brush>
  </inkml:definitions>
  <inkml:trace contextRef="#ctx0" brushRef="#br0">90 585 20871,'-6'0'4915,"2"0"0,-1 0-3882,0 0 0,2 0-1033,-1 0 0,-1 2 0,0 3 0,0 0 0,3 2 0,2-1 0,0 1 0,0-1 0,0 0 0,2 1 0,0-3 0,2 0 0,1-1 0,1-1 0,0-3 0,1-1 0,-2 0 0,0-2 0,-1-1 0,-1-1 0,1 2 0,-2 0 0,0-1 0,-2-1 0,0 0 0,0-1 0,0 1 0,-3 0 0,-1 2 0,-2 2 0,1 4 0,0 2 0,0 2 0,3 0 0,-2 1 0,3-1 0,-1 1 0,1-1 0,2 0 0,0-1 0,1-1 0,1-3 0,-1 2 0,2-3 0,1 0 0,0-3 0,0-1 0,-3-2 0,1 0 0,0 0 0,-1-1 0,-2 1 0,0-1 0,0 1 0,0 0 0,-3 2 0,2 1 0,-3 2 0,2-1 0,-3 2 0,1-2 0,0 4 0,1-1 0,1 3 0,0 1 0,-1-1 0,2 0 0,-1 1 0,0-2 0,2 0 0,0-3 0</inkml:trace>
  <inkml:trace contextRef="#ctx0" brushRef="#br0" timeOffset="781">52 431 32767,'2'-5'0,"0"1"0,0 0 0,-2-3 0,1 1 0,1 0 0,-1-3 0,1 0 0,-1 2 0,-1-1 0,0 0 0,0-1 0,0 1 0,0-1 0,0 1 0,0 0 0,0 1 0,0 0 0,0 1 0,0 0 0,0 2 0,0 1 0,0 3 0,3 0 0,1 0 0,2 0 0,0-3 0,0 0 0,1-1 0,-1-1 0,1 2 0,-1 0 0,1-2 0,-1-1 0,0 0 0,1-1 0,-1 1 0,0-1 0,-1 1 0,-1-1 0,1-2 0,-2 1 0,0-2 0,-1-2 0,0 0 0,0 2 0,-2 0 0,0 0 0,0 0 0,0 0 0,0-2 0,0 2 0,-3 1 0,1 0 0,-3 1 0,0-1 0,0 1 0,0-1 0,-2 1 0,1 2 0,-1 1 0,1 1 0,0-2 0,-1 2 0,1 2 0,-4 1 0,0 1 0,0 0 0,-1 0 0,3 3 0,-2 1 0,0 2 0,2 0 0,1 3 0,1-1 0,-1 0 0,1-1 0,2 0 0,2-1 0,2 0 0,0 1 0</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16:03.968"/>
    </inkml:context>
    <inkml:brush xml:id="br0">
      <inkml:brushProperty name="width" value="0.035" units="cm"/>
      <inkml:brushProperty name="height" value="0.035" units="cm"/>
    </inkml:brush>
  </inkml:definitions>
  <inkml:trace contextRef="#ctx0" brushRef="#br0">26 116 20491,'3'0'9830,"1"0"-9219,-2 0 1,2 0-1,2 1 1,1 0-612,2 1 0,-1 0 0,2-2 0,0 0 0,0 0 0,-2 0 0,2 0 0,-1 0 0,3 0 0,-2 0 0</inkml:trace>
  <inkml:trace contextRef="#ctx0" brushRef="#br0" timeOffset="432">0 1 32767,'7'0'0,"-1"0"0,1 0 0,2 0 0,1 0 0,5 0 0,0 0 0,2 2 0,-2-1 0,1 2 0,0-1 0,-2 0 0,0 0 0,-2-2 0,1 0 0</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16:06.167"/>
    </inkml:context>
    <inkml:brush xml:id="br0">
      <inkml:brushProperty name="width" value="0.035" units="cm"/>
      <inkml:brushProperty name="height" value="0.035" units="cm"/>
    </inkml:brush>
  </inkml:definitions>
  <inkml:trace contextRef="#ctx0" brushRef="#br0">4 110 20491,'-4'0'4915,"7"-3"0,6-1-4304,5-2 1,3-3-1,4-1 1,1-1-612,1 0 0,1 1 0,3-1 0,1 1 0,-1 1 0,-2 1 0,-3 4 0,-4 2 0,-1 1 0,-4 1 0,-4 1 0,-1 1 0,-3 2 0,-3 2 0,1 0 0,-3 0 0,0 1 0,0-1 0,0 1 0,-3 2 0,-1 2 0,-1 1 0,-2 1 0,0 0 0,-2 2 0,0 2 0,-2 2 0,-1 1 0,-1 1 0,0 0 0,-3 2 0,1 2 0,0-1 0,-2 3 0,2 0 0,1 0 0,0-2 0,2-1 0,2-4 0,1-2 0,2-2 0,3-1 0,2-5 0,2-1 0,2-3 0,3-1 0,1-1 0,3-1 0,1 1 0,3-2 0,2 0 0,2 1 0,-1-2 0,0 1 0,-1-1 0,2-1 0,0-3 0,0 1 0,0-2 0,-1-1 0,0 2 0,-4-2 0,-1 0 0,1 0 0,-2-2 0</inkml:trace>
  <inkml:trace contextRef="#ctx0" brushRef="#br0" timeOffset="751">581 26 32767,'-6'0'0,"2"0"0,3-2 0,2 0 0,3-2 0,3 2 0,1 0 0,3-1 0,3 2 0,2-2 0,0 1 0,2 0 0,-1 0 0,1 2 0,1 0 0,-2 0 0,-2 0 0,0 1 0,-3 1 0,-2 2 0,-2 0 0,-2 2 0,-3 1 0,-2 0 0,-1 0 0,-1 0 0,-2 1 0,-3 1 0,-4 2 0,-3 0 0,0 1 0,-2 1 0,1-2 0,-3-1 0,2 2 0,0 0 0,0 0 0,0-1 0,1-1 0,0 0 0,4-3 0,1-2 0,2 0 0,1 0 0,2-3 0,4 1 0,5-3 0,1 1 0,3 1 0,1-1 0,2 2 0,2-1 0,1 0 0,-1 2 0,3-1 0,-1 0 0,0 0 0,1 3 0,1-1 0,-2 3 0,0 0 0,-2 2 0,-3 1 0,0 1 0,0 1 0,-4-1 0,-1 2 0,-2 0 0,0 1 0,-3 0 0,2-2 0,-3 0 0,-3 0 0,-1-1 0,-4 1 0,-1 0 0,-1 0 0,0-2 0,-2-1 0,0-1 0,-2-1 0,-1-1 0,1-2 0,-1 0 0,1 0 0,0-4 0,-1 1 0,0-2 0,-2-2 0,3-1 0,-1-4 0,2 1 0,0-1 0,3 1 0,2 0 0,3-1 0,3 1 0,1-1 0,4 1 0,0-1 0</inkml:trace>
  <inkml:trace contextRef="#ctx0" brushRef="#br0" timeOffset="1081">1017 463 29367,'-3'0'3400,"-1"0"-3400,2 0 0,1 0 0,-2 0 0,9 0 0,-4 0 0,3 0 0</inkml:trace>
  <inkml:trace contextRef="#ctx0" brushRef="#br0" timeOffset="1766">1165 65 24041,'-7'3'4363,"4"-2"0,3 0-4363,4-2 0,5-3 0,1-2 0,3-1 0,2 1 0,1 0 0,4 1 0,-1 1 0,0 2 0,0-3 0,-1 3 0,-2 1 0,0 0 0,-1 4 0,-3 1 0,-1 2 0,0 0 0,-3 3 0,0-1 0,-1 1 0,-3 0 0,-1-2 0,-3 3 0,2-2 0,0 1 0,0 2 0,-3 0 0,-1 0 0,-2 0 0,-2 3 0,0-2 0,-1 1 0,1 1 0,-2-3 0,-2 5 0,1-1 0,0 3 0,-2 0 0,2 1 0,-1 1 0,-2-1 0,1 2 0,0 1 0,0-1 0,0 1 0,-1-3 0,1 1 0,1-3 0,3-1 0,-1-4 0,5-3 0,-1-2 0,2-1 0,2-2 0,2 1 0,2-4 0,2 1 0,1-1 0,2-1 0,-1 0 0,3 0 0,0 0 0,1 0 0,3-1 0,1 0 0,-1-1 0,1 0 0,2-1 0,-1 1 0,1 1 0,2 0 0,-2-1 0,0 0 0,-2 1 0,0 0 0,-2 1 0,-3 0 0,1-3 0,-2-1 0</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16:10.333"/>
    </inkml:context>
    <inkml:brush xml:id="br0">
      <inkml:brushProperty name="width" value="0.035" units="cm"/>
      <inkml:brushProperty name="height" value="0.035" units="cm"/>
    </inkml:brush>
  </inkml:definitions>
  <inkml:trace contextRef="#ctx0" brushRef="#br0">71 32 20491,'-3'-7'3276,"1"3"1,-2 1 0,0-1-2462,0 1 0,-1 1 1,0-1-816,0 0 0,0 3 0,1-2 0,0 2 0,0 2 0,-1-1 0,2 3 0,0 2 0,1 2 0,-3 0 0,3 2 0,1 0 0,0 0 0,1 0 0,0 2 0,0 0 0,0-1 0,1-3 0,1 2 0,2-1 0,2-1 0,1-1 0,1-2 0,1-2 0,1 0 0,0-1 0,1-2 0,-1 0 0,0 0 0,-1 0 0,-1 0 0,0-1 0,-3-1 0,2 1 0,-4-3 0,1-1 0,-1-1 0,-1 0 0,0-1 0,-1 1 0,0-1 0,-2 1 0,0-1 0,-1 1 0,-3 0 0,1-1 0,0 1 0,0-1 0,2 2 0,-2 0 0,1 1 0,-1 1 0,2-1 0,-2 2 0,-1-3 0,-1 1 0</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16:16.317"/>
    </inkml:context>
    <inkml:brush xml:id="br0">
      <inkml:brushProperty name="width" value="0.035" units="cm"/>
      <inkml:brushProperty name="height" value="0.035" units="cm"/>
    </inkml:brush>
  </inkml:definitions>
  <inkml:trace contextRef="#ctx0" brushRef="#br0">96 906 20491,'0'-6'4915,"0"0"0,0 2-4100,0-2 0,0 0 1,0-4-816,0-3 0,0 2 0,-1-5 0,0-1 0,-2-4 0,1-4 0,2-6 0,-1-3 0,-1-3 0,1 0 0,-2-1 0,2-2 0,-2 0 0,2-1 0,-3 4 0,0 1 0,-1 2 0,3 0 0,-2 5 0,0 0 0,0 2 0,0 6 0,-2-1 0,2 2 0,1 1 0,-2 5 0,2 2 0,-1 1 0,1 2 0,-2 0 0,2 0 0,-1 3 0,2 2 0,-1 4 0,4 0 0,1 0 0,2 0 0,4 0 0,2 0 0,2 0 0,3-3 0,2-1 0,3-2 0,1-1 0,4 2 0,2-1 0,2-2 0,0 0 0,-2 2 0,-1 0 0,-1 0 0,-1 0 0,-2 1 0,-4 3 0,-3-1 0,-4 1 0,-3 1 0,-2 2 0,-1 2 0,-2 6 0,-3 6 0</inkml:trace>
  <inkml:trace contextRef="#ctx0" brushRef="#br0" timeOffset="330">126 383 32767,'4'-3'0,"1"0"0,1-3 0,3 2 0,2 0 0,0 0 0,1-4 0,3 3 0,-1-1 0,1 0 0,2 0 0,1-1 0,0 2 0,0 1 0,2-3 0,-1 1 0</inkml:trace>
  <inkml:trace contextRef="#ctx0" brushRef="#br0" timeOffset="881">668 495 20491,'0'-12'2457,"0"0"1,-2-1-1,-2 4 1,0 0-1847,-1 3 1,0-2-1,1 3 1,-2-1-612,-1-1 0,-2 4 0,-1-2 0,0 1 0,-1 2 0,3 1 0,-2 2 0,0 2 0,0 3 0,0 7 0,3 3 0,1 5 0,1 4 0,-1 2 0,3 2 0,2 1 0,0 1 0,4 3 0,2-3 0,3-2 0,1-3 0,3-3 0,2-6 0,1-4 0,0-4 0,-1-5 0,1-3 0,0-7 0,-1-6 0,-2-6 0,-2-3 0,-2-4 0,-1-2 0,-3-1 0,-1 0 0,-3 1 0,0 2 0,0 2 0,-3 4 0,-2 2 0,-1 1 0,-2 0 0,1 4 0,-1 3 0,-2 2 0,2 5 0,-3 0 0,1 4 0,2 7 0,-3 5 0</inkml:trace>
  <inkml:trace contextRef="#ctx0" brushRef="#br0" timeOffset="1532">837 374 20491,'-4'-5'9830,"1"-3"-7384,-2 1-2446,2 3 0,3 0 0,3 5 0,2 2 0,1 5 0,-1 3 0,4 3 0,-2 6 0,1 1 0,0 1 0,2 4 0,0-1 0,-1 5 0,-1 1 0,2 4 0,-1-1 0,0 1 0,0 0 0,-2-1 0,0-5 0,0-4 0,-2-5 0,1-4 0,-1-10 0,2-3 0,0-2 0,0-5 0,0-3 0,-2-4 0,0-5 0,0-6 0,3-4 0,-1-3 0,0-2 0,1-1 0,-1 2 0,0-1 0,1 1 0,-4-2 0,0 2 0,1 2 0,-1 2 0,-3 6 0,2 0 0,-3 5 0,0 1 0,0 6 0,0 4 0,0 16 0,0 4 0</inkml:trace>
  <inkml:trace contextRef="#ctx0" brushRef="#br0" timeOffset="1999">1401 654 29367,'7'0'1700,"1"0"0,0 0-1700,2 0 0,-1 0 0,3 1 0,0 1 0,-1 1 0,2 0 0,-2-2 0,0 1 0,-1 2 0,0-1 0,-3-3 0,1 0 0,-1 0 0,0 0 0</inkml:trace>
  <inkml:trace contextRef="#ctx0" brushRef="#br0" timeOffset="2346">1386 514 29367,'-3'0'3400,"3"0"-3400,4 0 0,4 0 0,1 0 0,4 0 0,0 0 0,2 0 0,0 0 0,-1 0 0,1 0 0,0 0 0,-1 0 0,0 0 0,-2 0 0,2-4 0,-2-1 0</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16:30.982"/>
    </inkml:context>
    <inkml:brush xml:id="br0">
      <inkml:brushProperty name="width" value="0.035" units="cm"/>
      <inkml:brushProperty name="height" value="0.035" units="cm"/>
    </inkml:brush>
  </inkml:definitions>
  <inkml:trace contextRef="#ctx0" brushRef="#br0">7 34 20491,'0'-8'9830,"0"3"-8607,0 1 0,0 5-1223,0 2 0,0 2 0,0 3 0,0 0 0,0 1 0,0-1 0,0 0 0,0 1 0,0 2 0,-2-1 0,-1 1 0,2-1 0,0 1 0,1-2 0,0 3 0,0-1 0,0 0 0,0 3 0,0-3 0,0 0 0,0 1 0,1-2 0,0 1 0,2-2 0,1-1 0,-2 1 0,3-2 0,0-1 0,0 0 0,2 0 0,-1 1 0,1-2 0,0-1 0,-1-4 0,1 0 0,-1 0 0,1 0 0,-1 0 0,1 0 0,-1 0 0,1-3 0,-1 0 0,1-1 0,-1 0 0,1-2 0,-1 0 0,1-1 0,-1 1 0,0 1 0,-1-1 0,0 2 0,-1-4 0,3 3 0,-1-3 0,0 0 0,-2 0 0,0-1 0,-3 1 0,1 0 0,1 0 0,-3-1 0,0 1 0,0 0 0,2-1 0,0 1 0,0 2 0,-2 1 0,0-2 0,0 3 0,0-2 0,0 0 0,0-2 0,0 0 0,0 0 0,0-1 0,0 1 0,0 0 0,0 0 0,0-1 0,0 1 0,0 0 0,-1 2 0,-1 1 0,2 2 0,-3-3 0,3 4 0,0-1 0,0 4 0,0 1 0,0 3 0,0 4 0,0 1 0,0 1 0,0 4 0,0 0 0,2 3 0,0 1 0,0 4 0,-2-1 0,1 2 0,1 1 0,-1 1 0,1 1 0,-1 2 0,-1 4 0,0-5 0,0 6 0,0-3 0,0-2 0,-1 4 0,0-4 0,-2 0 0,2-4 0,-2-3 0,1-3 0,0 0 0,2-1 0,-3 0 0,1-2 0,1-2 0,0 0 0,1 0 0,0 2 0,0-2 0,0-3 0,0 1 0,0-1 0,0 0 0,0 1 0,0-6 0,0 3 0,0-2 0,0-4 0,0-3 0,0-8 0,0-5 0,0-10 0,0-3 0</inkml:trace>
  <inkml:trace contextRef="#ctx0" brushRef="#br0" timeOffset="2066">621 34 32767,'3'-6'0,"-1"1"0,-1 3 0,-4-3 0,-1 3 0,0 1 0,0-2 0,-1 2 0,-1 1 0,-1 0 0,1 0 0,-1 1 0,1 1 0,-1 1 0,1-2 0,-3 3 0,0 0 0,1-1 0,1 1 0,-2 3 0,1-2 0,-1 3 0,0 0 0,1 0 0,0 0 0,0 2 0,2 1 0,-1 1 0,1 3 0,0-2 0,2 2 0,-1 4 0,2 1 0,0 0 0,0 1 0,1 2 0,1-1 0,-1 2 0,0 1 0,0 0 0,2 0 0,0-1 0,0-2 0,0 2 0,0-2 0,0 1 0,0-1 0,2-1 0,1-6 0,0 0 0,0-1 0,0 0 0,-2 1 0,2-1 0,1-3 0,-2 0 0,2-1 0,-1 1 0,1-1 0,0-4 0,2 0 0,-1-1 0,0 0 0,-1 2 0,2-5 0,1 0 0,-1-1 0,1-1 0,0 0 0,-1 0 0,1 0 0,-1 0 0,1-1 0,-1-1 0,1 0 0,0-5 0,1 2 0,1-3 0,-1 0 0,1-3 0,0 0 0,1 1 0,-1 0 0,0 2 0,-2 0 0,0-1 0,2 1 0,-2 0 0,1-1 0,-2 1 0,-2 0 0,-2 2 0,2 1 0,-1-2 0,-1 0 0,-2-1 0,-3 0 0,-1 2 0,0 1 0,0 1 0,-1-1 0,-1 2 0,-1 0 0,1 0 0,-3 2 0,0-2 0,1 2 0,-2 1 0,3 1 0,-3 1 0,2 1 0,-1 2 0,-2 1 0,2 3 0,-1 1 0,1 1 0,0 4 0,3-2 0,-1 1 0,1 0 0,0-2 0,1 3 0,1-2 0,1-1 0,1-1 0,2-2 0,1-2 0,1-3 0,2-7 0,2-5 0,1-9 0</inkml:trace>
  <inkml:trace contextRef="#ctx0" brushRef="#br0" timeOffset="2683">836 657 32767,'4'0'0,"-1"4"0,-3-3 0,0 3 0,0-4 0,0-4 0,0 3 0,0-3 0,0 4 0,-3-3 0,-1-2 0</inkml:trace>
  <inkml:trace contextRef="#ctx0" brushRef="#br0" timeOffset="3932">1019 9 32767,'-4'0'0,"1"1"0,3 2 0,0 1 0,1 6 0,1 1 0,-1-2 0,1 3 0,-1 0 0,-1 2 0,2 1 0,0 2 0,0 0 0,-2-1 0,0 1 0,0 0 0,0-1 0,0 1 0,0-1 0,0 1 0,0-1 0,0-2 0,0 0 0,1-3 0,1 0 0,0-2 0,1-1 0,1 0 0,0-3 0,-2 2 0,2-5 0,1 1 0,1 1 0,0-3 0,1 1 0,0-1 0,-1-1 0,3 0 0,-1 0 0,1-1 0,1-1 0,-3 0 0,2-4 0,0 1 0,0 0 0,-1-1 0,-1 2 0,-1-1 0,1 1 0,0-2 0,-2 2 0,0 1 0,0 1 0,-2-3 0,0 2 0,-1-3 0,2 2 0,-1 0 0,1-2 0,-1-2 0,-2 0 0,0-1 0,1 1 0,0 0 0,0-1 0,-2 1 0,0 0 0,0-1 0,0 1 0,0 0 0,0 0 0,0 2 0,0 0 0,0 0 0,0 0 0,-2-1 0,0 2 0,0-2 0,2 0 0,0-2 0,-1 1 0,-1 0 0,1-1 0,-1 1 0,0 0 0,0-1 0,2 4 0,-3-1 0,3 0 0,-3-1 0,1-2 0,1 1 0,0 2 0,1 1 0,0 3 0,0-2 0,0 4 0,0 4 0,0 2 0,0 5 0,0-2 0,0 3 0,0 0 0,0 2 0,2 2 0,0 3 0,0 1 0,-1 1 0,-1 2 0,2 5 0,0 4 0,-1 3 0,0 2 0,-1 4 0,0-1 0,0-1 0,-2-4 0,0 1 0,0-3 0,2-3 0,0-1 0,0-5 0,0-2 0,0-2 0,0-3 0,0-1 0,0-2 0,0-3 0,0-5 0,0 0 0,0-4 0,0 1 0,-3-6 0,1-3 0,-6-5 0,1-2 0</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16:36.398"/>
    </inkml:context>
    <inkml:brush xml:id="br0">
      <inkml:brushProperty name="width" value="0.035" units="cm"/>
      <inkml:brushProperty name="height" value="0.035" units="cm"/>
    </inkml:brush>
  </inkml:definitions>
  <inkml:trace contextRef="#ctx0" brushRef="#br0">86 9 29367,'-7'0'3400,"3"-1"-3400,0-2 0,-1 2 0,-1-1 0,-1 1 0,1 1 0,-1 0 0,3 0 0,-1 1 0,1 1 0,0 4 0,-1 2 0,2 2 0,1 2 0,-1 1 0,-2 1 0,3 3 0,1-1 0,0 1 0,2 0 0,1-2 0,2 0 0,2-1 0,3-5 0,0 0 0,1-3 0,-1-2 0,0-2 0,-1-2 0,1 0 0,-1 0 0,-1-3 0,0-2 0,-1-1 0,-2-3 0,1 3 0,-3-6 0,0 1 0,-2 0 0,0-3 0,0 3 0,0 1 0,0 0 0,0 2 0,0 0 0,-2 0 0,0-1 0,-3 2 0,1 0 0,0 3 0,0 0 0,-1 1 0,-1 3 0,-4 0 0,0 0 0</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17:29.511"/>
    </inkml:context>
    <inkml:brush xml:id="br0">
      <inkml:brushProperty name="width" value="0.035" units="cm"/>
      <inkml:brushProperty name="height" value="0.035" units="cm"/>
    </inkml:brush>
  </inkml:definitions>
  <inkml:trace contextRef="#ctx0" brushRef="#br0">0 36 32767,'0'-8'0,"0"0"0,0 6 0,0-4 0,0 6 0,0 2 0,0 2 0,0-3 0,1 4 0,4-5 0,-4 0 0,4 0 0,-5-1 0,0-3 0,0 3 0,0-5 0,0 6 0,0 0 0,-5-5 0,-2-2 0</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17:30.377"/>
    </inkml:context>
    <inkml:brush xml:id="br0">
      <inkml:brushProperty name="width" value="0.035" units="cm"/>
      <inkml:brushProperty name="height" value="0.035" units="cm"/>
    </inkml:brush>
  </inkml:definitions>
  <inkml:trace contextRef="#ctx0" brushRef="#br0">12 0 32767,'-7'2'0,"3"2"0,3-3 0,1 4 0,0-5 0,0 0 0,5 0 0,-3 0 0,4 0 0,-2 0 0,-2 0 0,3 0 0,-5 0 0,0 0 0,-5 0 0,3-5 0,-3-2 0</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20:03.215"/>
    </inkml:context>
    <inkml:brush xml:id="br0">
      <inkml:brushProperty name="width" value="0.035" units="cm"/>
      <inkml:brushProperty name="height" value="0.035" units="cm"/>
    </inkml:brush>
  </inkml:definitions>
  <inkml:trace contextRef="#ctx0" brushRef="#br0">6 209 32767,'-4'0'0,"2"0"0,7 0 0,1-3 0,7-2 0,3-2 0,3 0 0,6-4 0,3-1 0,2-2 0,3-1 0,2-1 0,1-1 0,2-1 0,1-1 0,0 5 0,-4 0 0,-3 3 0,-1 2 0,-3 1 0,-4 3 0,-4 3 0,-3 1 0,-8 4 0,-2 3 0,-1 2 0,-2 2 0,0 3 0,-2 0 0,1 1 0,-2 1 0,0 0 0,-2 2 0,0 0 0,-2 0 0,-3-1 0,1 1 0,-2 0 0,-3 0 0,1 1 0,-4-1 0,0 0 0,-1-2 0,-1 4 0,0 0 0,-3 0 0,-1 1 0,-3-1 0,-1 3 0,-1-2 0,-1 1 0,0 2 0,3-4 0,0 1 0,0 0 0,0-1 0,1 1 0,2-3 0,1-1 0,1-2 0,2-1 0,0-2 0,0 0 0,4-1 0,2-3 0,2 1 0,2-1 0,3 1 0,-3-1 0,2 1 0,4-2 0,5 0 0,2-2 0,2-1 0,6 2 0,-1-2 0,3-1 0,3-2 0,1 0 0,2 0 0,2 0 0,0-3 0,3 1 0,3-2 0,2 0 0,3 0 0,-3 2 0,-2-3 0,-2 2 0,-3 1 0,-2 2 0,-6 0 0,-5 0 0,-2 3 0,-5 1 0</inkml:trace>
  <inkml:trace contextRef="#ctx0" brushRef="#br0" timeOffset="1216">831 105 20407,'-2'-5'2457,"-1"0"1,1 3-1,3-3 1,1 1-1826,3 0 1,3 2-1,1-3 1,4-1-633,1-1 0,2 2 0,0 0 0,2 1 0,1-1 0,1 1 0,2 3 0,0-2 0,-2 1 0,-3 2 0,-4 3 0,-1 3 0,-1 3 0,-2 0 0,-2 2 0,-2 0 0,-3-2 0,-1 2 0,-1 0 0,0-1 0,0 1 0,-1 0 0,-1-2 0,-3 2 0,-2 0 0,-3-1 0,-3 2 0,-1-1 0,-1 1 0,1-2 0,-1 1 0,0 0 0,0-2 0,0 0 0,0-2 0,1 0 0,2 1 0,1-3 0,4-1 0,-1-1 0,4-1 0,2-5 0,2 3 0,2-3 0,3 2 0,2 1 0,3 0 0,-1 0 0,1 0 0,1 0 0,0 0 0,2 1 0,-1 1 0,2 0 0,-3 4 0,2-1 0,0 2 0,1 0 0,-2 3 0,0 1 0,-1 0 0,1 2 0,-3 2 0,1 2 0,-3 0 0,-2 0 0,1-2 0,-3 0 0,-2 0 0,0 0 0,-1-1 0,0-1 0,-1-1 0,-1-2 0,0 1 0,-3-2 0,-1 1 0,0-1 0,-2 2 0,0-1 0,-1-1 0,-1-1 0,-2 0 0,1-1 0,-1 1 0,-1-1 0,-1 0 0,-1 1 0,0-1 0,-3 1 0,3-2 0,-3-1 0,2-1 0,-2-1 0,3-2 0,-2 1 0,4-2 0,3-2 0,0 0 0,2-3 0,2-1 0,2 0 0,1-5 0,10-1 0,1-2 0</inkml:trace>
  <inkml:trace contextRef="#ctx0" brushRef="#br0" timeOffset="1631">1307 625 32767,'0'4'0,"0"1"0,0-3 0,0-1 0,0 2 0,0-2 0,0 1 0,0-1 0,0 3 0,-1-2 0,-1 1 0,0 2 0,-3-3 0,3 0 0,-1-5 0,3-1 0</inkml:trace>
  <inkml:trace contextRef="#ctx0" brushRef="#br0" timeOffset="2364">1530 127 32767,'-7'-3'0,"2"2"0,3-3 0,5 2 0,5-1 0,3-1 0,3 0 0,2-2 0,1 1 0,0-1 0,6 0 0,-1-1 0,2 1 0,2 1 0,-2 1 0,2-1 0,-1 2 0,-4 0 0,1 2 0,-5-2 0,0 3 0,-1 0 0,-2 0 0,-2 2 0,-2 1 0,-2 1 0,-1 1 0,-2 3 0,0-1 0,-3 1 0,1-1 0,-3 1 0,-3-1 0,1 0 0,-3 2 0,0 1 0,-2 2 0,-1 0 0,-1 0 0,-2 1 0,-1 1 0,3-1 0,-3-1 0,0 1 0,1 1 0,-1 1 0,-1-1 0,1-1 0,-2 0 0,3-1 0,-1 3 0,-1 1 0,2 1 0,-3 0 0,1 2 0,0 0 0,1 0 0,-2-2 0,2 2 0,0 0 0,-1 0 0,4 1 0,-1 2 0,2-1 0,0-1 0,4 1 0,-1-4 0,2 0 0,1-2 0,2-2 0,0-2 0,3-1 0,2-1 0,1-5 0,2 2 0,0-2 0,2-2 0,2 1 0,3 0 0,2-1 0,0-2 0,5 0 0,-1-3 0,4-2 0,1-2 0,-1-1 0,-1-1 0,-1-1 0,-1 1 0,-2 0 0,0 1 0,0 0 0,-1 1 0,-4 1 0,-1-5 0,-3 0 0</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20:06.572"/>
    </inkml:context>
    <inkml:brush xml:id="br0">
      <inkml:brushProperty name="width" value="0.035" units="cm"/>
      <inkml:brushProperty name="height" value="0.035" units="cm"/>
    </inkml:brush>
  </inkml:definitions>
  <inkml:trace contextRef="#ctx0" brushRef="#br0">16 491 32767,'7'-8'0,"1"1"0,0-4 0,2-1 0,2-3 0,2-3 0,2-1 0,0-2 0,2 0 0,-2 1 0,-3 5 0,-3-1 0,-2 4 0,-1 1 0,-3 4 0,-1 2 0,-2 6 0,-2 2 0,-2 3 0,-1 1 0,-3 0 0</inkml:trace>
  <inkml:trace contextRef="#ctx0" brushRef="#br0" timeOffset="256">239 461 24979,'-4'-4'7788,"0"0"-7788,0 1 0,-2 2 0,1-4 0,-2-1 0,0-1 0,2 0 0,-1-2 0,-2 0 0,-1-1 0,-2-2 0,-1 0 0,1 0 0,-3-1 0,-2 3 0,-1 1 0,0 1 0,-1 0 0,1 2 0,2 0 0,2 1 0,4 3 0,5-1 0,8 3 0,8 0 0</inkml:trace>
  <inkml:trace contextRef="#ctx0" brushRef="#br0" timeOffset="1108">581 45 20407,'0'5'0,"-1"0"4915,-2 0 0,2-1-3650,-4-2 0,2-1-1265,-2-1 0,4-1 0,1-1 0,5-3 0,2 1 0,3-1 0,2-1 0,2-1 0,2 2 0,1 0 0,3 0 0,2 1 0,2-2 0,2 4 0,0 0 0,-1 1 0,3 1 0,-4-2 0,1 0 0,1 0 0,-6 1 0,2 2 0,-3 1 0,-3 0 0,-6 4 0,-3-1 0,-3 1 0,-2 2 0,-2 0 0,0 1 0,0 2 0,-3 0 0,-1 2 0,-4 2 0,-1 0 0,-1-1 0,-3 2 0,0 1 0,-2 1 0,-2 1 0,-1 0 0,-3 1 0,2 0 0,1 1 0,-3 1 0,1 3 0,-3 2 0,-2 2 0,-1 1 0,1 0 0,-2 2 0,-2 0 0,0 3 0,3-4 0,4-2 0,3-3 0,5-3 0,1-2 0,4-2 0,3-4 0,3-3 0,4-5 0,1 0 0,3-2 0,5 0 0,3-2 0,1-1 0,5-2 0,4 0 0,5 0 0,3-3 0,5-1 0,-2-4 0,2 0 0,-1-2 0,3 1 0,-4-2 0,0 0 0,0 2 0,-6-1 0,2 2 0,-3 1 0,-3 0 0,-3 1 0,-6-2 0</inkml:trace>
  <inkml:trace contextRef="#ctx0" brushRef="#br0" timeOffset="1826">1458 394 20407,'1'4'9830,"1"-1"-9198,3 1 1,2-3-1,0 1 1,1 0-633,2 0 0,2-1 0,3 1 0,0-1 0,3-1 0,-2 0 0,3 0 0,0 0 0,0 0 0,-2-3 0,0-2 0,2-2 0,0 0 0</inkml:trace>
  <inkml:trace contextRef="#ctx0" brushRef="#br0" timeOffset="2274">1450 253 20407,'8'0'3276,"-1"0"1,1 0 0,2 0-2645,3 0 1,4 0-1,4 0 1,2 0-633,2 0 0,2 0 0,-2 0 0,-1 0 0,-1 0 0,-2-1 0,-1-2 0,-2 3 0,-3-4 0</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22:33.023"/>
    </inkml:context>
    <inkml:brush xml:id="br0">
      <inkml:brushProperty name="width" value="0.035" units="cm"/>
      <inkml:brushProperty name="height" value="0.035" units="cm"/>
    </inkml:brush>
  </inkml:definitions>
  <inkml:trace contextRef="#ctx0" brushRef="#br0">19 472 31090,'-4'6'559,"0"-2"0,2 2 0,0-2-559,-1 2 0,2-2 0,-1 0 0,1 1 0,1-1 0,0 0 0,0-3 0,0-1 0,0-4 0,1-4 0,0-4 0,1-2 0,1-4 0,-1-5 0,0-2 0,-1-1 0,2-2 0,-1 1 0,0-4 0,-2-3 0,3 0 0,-1-1 0,-1 5 0,0 3 0,-2 0 0,0 6 0,-1 2 0,0 3 0,-1 4 0,2 9 0,-1 3 0,0 4 0,0 4 0,1-1 0,-4 8 0,1-1 0</inkml:trace>
  <inkml:trace contextRef="#ctx0" brushRef="#br0" timeOffset="375">0 305 20866,'0'7'3276,"3"-2"1,2 0 0,3-3-2760,3-1 1,4-2 0,2-1 0,2 0-518,2-2 0,0 0 0,2-2 0,1 1 0,-1 1 0,3-1 0,-2 0 0,-3 0 0,-2 1 0,-1-4 0,-2-2 0</inkml:trace>
  <inkml:trace contextRef="#ctx0" brushRef="#br0" timeOffset="680">308 4 24956,'-6'-1'1952,"2"-1"1,1 2 0,3 0 0,0 4-1953,0 4 0,2 5 0,1 5 0,0 3 0,0 5 0,1 6 0,-2 8 0,0 5 0,-2 3 0,0 1 0,0-5 0,0-1 0,0-5 0,0-7 0,1-10 0,1-7 0,2-9 0,2-5 0,-2-4 0,2-7 0,-3-3 0</inkml:trace>
  <inkml:trace contextRef="#ctx0" brushRef="#br0" timeOffset="1080">667 235 31090,'0'-5'838,"0"1"1,0 0-839,0-2 0,-3 0 0,-1 1 0,-2 1 0,0 2 0,0 0 0,-2 1 0,0 1 0,-2 4 0,-3 2 0,0 5 0,0 3 0,1 5 0,1 6 0,0 1 0,0 2 0,2 2 0,2 0 0,3-1 0,1-1 0,2-3 0,6-5 0,3-8 0,4-6 0,1-4 0,1-4 0,1-3 0,0-6 0,-2-2 0,0-6 0,-1-1 0,-1-2 0,0-1 0,-2-1 0,-2 3 0,-2 1 0,-2 4 0,-3 1 0,0 2 0,0 2 0,-3 3 0,-1 3 0,-2 3 0,-1 1 0,3 2 0,0 1 0,0 2 0,-3 2 0</inkml:trace>
  <inkml:trace contextRef="#ctx0" brushRef="#br0" timeOffset="1497">770 491 32767,'0'7'0,"0"-4"0,0-3 0,0-4 0,1-2 0,1-3 0,-2 0 0,3-3 0,-3 2 0,0-2 0,1 0 0,0-1 0,2-2 0,-2 0 0,0 0 0,-1 3 0,0 0 0,0 1 0,0-1 0,0 3 0,0 0 0,0 0 0,0 2 0,-1 4 0,-1 0 0,1 1 0,-2 4 0,3 3 0,1 0 0,1-1 0,2-2 0,2-1 0,1-1 0,1 0 0,1 0 0,0-3 0,-1-1 0,3-1 0,1 0 0,1 0 0,0 1 0,0-1 0,0 0 0,-1 2 0,1 1 0,-1 0 0,-1 1 0,-1 0 0,-1 1 0,-2 0 0,2 0 0</inkml:trace>
  <inkml:trace contextRef="#ctx0" brushRef="#br0" timeOffset="1863">1097 459 20866,'0'4'2457,"0"2"1,0-6-1,1 0 1,0-4-1941,1-2 1,0-2 0,-1-2 0,1-2-518,0-1 0,0-4 0,-2 2 0,0-2 0,0-3 0,0-2 0</inkml:trace>
  <inkml:trace contextRef="#ctx0" brushRef="#br0" timeOffset="2178">1078 164 20866,'-7'-4'3276,"1"0"1,0 2 0,1-3-2587,1 0 0,3 0 1,-2-2-691,3 1 0,2-1 0,0 1 0,6-1 0,-1 1 0</inkml:trace>
  <inkml:trace contextRef="#ctx0" brushRef="#br0" timeOffset="2513">1245 171 20866,'-7'0'3276,"4"-1"1,4-1 0,5 0-2760,4-2 1,2 0 0,3-3 0,3 1-518,0 0 0,2-1 0,1 1 0,-1 0 0,-1 2 0,-1-1 0,-3 3 0,0 0 0,-2 1 0,-3 2 0,-1 1 0,-3 3 0,-2 0 0,0 4 0,-3-1 0,2 1 0,-2 0 0,-1 1 0,-1 2 0,-2 0 0,-1 1 0,0-1 0,-3 3 0,-1-2 0,-1 0 0,0 3 0,1 0 0,-2 1 0,0 0 0,-3 0 0,3 3 0,-2-1 0,-1 0 0,3 0 0,1 0 0,3-2 0,2-2 0,-1-2 0,2-3 0,3-2 0,1-3 0,3 0 0,5-3 0,2 0 0,1-1 0,3-1 0,2 0 0,0 0 0,0 0 0,1-3 0,2-2 0,-1 0 0,-3-2 0,1 3 0,-2 0 0,-2-1 0,-1-1 0,0-3 0,-2-1 0</inkml:trace>
  <inkml:trace contextRef="#ctx0" brushRef="#br0" timeOffset="2981">1841 203 20866,'0'-5'3276,"0"1"1,-1 1 0,-1-2-2760,-2 3 1,-2-1 0,-1 1 0,-1 1-518,0 0 0,-4 4 0,2 1 0,-3 3 0,1 1 0,-1 2 0,0 3 0,1 1 0,1 3 0,2 0 0,3 5 0,0 1 0,2 0 0,1 0 0,3 0 0,3-2 0,1-2 0,4-3 0,4-5 0,1-1 0,2-4 0,2-4 0,-2-3 0,0-4 0,-2-3 0,0-6 0,-1 1 0,-1-3 0,-3-2 0,-1 0 0,-2-1 0,-2-1 0,0 1 0,-1 3 0,-2 1 0,0 1 0,-3 1 0,0 3 0,-4 2 0,-2-2 0,-1 0 0</inkml:trace>
  <inkml:trace contextRef="#ctx0" brushRef="#br0" timeOffset="3564">1950 466 31090,'0'3'838,"1"0"1,1-4-839,2-1 0,0-3 0,0-5 0,1-2 0,1-1 0,0-3 0,1 0 0,-1-2 0,0 1 0,0-1 0,-1-1 0,-1 1 0,-2 1 0,1 4 0,-3 0 0,0 4 0,-1 4 0,-1 2 0,-2 2 0,0 3 0,0 4 0,1 0 0,-1 1 0,3-1 0,-1 1 0,1-1 0,4-2 0,1-2 0,2-2 0,2-2 0,1-3 0,-1-2 0,2-2 0,-2 0 0,2 1 0,1 0 0,-1 2 0,2 1 0,-2 2 0,1 2 0,-1 0 0,1 4 0,2 2 0,0 3 0,2 3 0,-3 4 0,0 2 0,-1 1 0,-1 2 0,-5 0 0,2 0 0,-2 2 0,-2-2 0,2-3 0,-3-2 0,1-3 0,-1-2 0,2-2 0,2 1 0</inkml:trace>
  <inkml:trace contextRef="#ctx0" brushRef="#br0" timeOffset="3980">2438 511 32767,'0'-8'0,"2"0"0,0-4 0,-1-2 0,2-2 0,0-4 0,1-2 0,1-4 0,-2 0 0,1-4 0,-2 0 0,0 1 0,-1 0 0,-1 4 0,0-2 0,0-1 0,-1 5 0,-2-1 0,-3 4 0,-1 3 0,-2 4 0,0 1 0,-1 2 0</inkml:trace>
  <inkml:trace contextRef="#ctx0" brushRef="#br0" timeOffset="4309">2348 248 20866,'4'2'4915,"0"0"0,3 0-4398,3 1 1,1-2 0,7 1 0,3-2-518,4-2 0,1-1 0,4-2 0,0 0 0,-1 0 0,-3 0 0,-3-2 0,-1-2 0,0 2 0,-3-2 0</inkml:trace>
  <inkml:trace contextRef="#ctx0" brushRef="#br0" timeOffset="4797">2887 280 20866,'-7'-4'3276,"1"-1"1,-1 2 0,1 0-2760,-1 1 1,0-1 0,-1 1 0,-2 0-518,0 1 0,-2 0 0,1 1 0,-2 1 0,-2 1 0,2 2 0,-2 4 0,3 1 0,2 1 0,2 1 0,0 2 0,3 2 0,3 0 0,1-3 0,1-2 0,1 0 0,1-2 0,2-2 0,4-2 0,1-2 0,1-1 0,1-2 0,3-1 0,0-3 0,1-3 0,0 1 0,-2-3 0,-1 0 0,-2 3 0,2-3 0,-2 2 0,0 2 0,-1 1 0,-2 4 0,0-2 0,-4 6 0,-1 4 0,-1 5 0,-1 2 0,-2 4 0,-1-1 0,-1 1 0,-1-1 0,2-1 0,-1-4 0,1 1 0,2 0 0,0-3 0,1-1 0,3-2 0,1-1 0</inkml:trace>
  <inkml:trace contextRef="#ctx0" brushRef="#br0" timeOffset="5138">3040 498 31090,'4'-5'419,"-2"1"0,0 3 0,-1-2 1,1 0-420,0-1 0,0-3 0,1-1 0,-1-4 0,1-2 0,-2-3 0,3-5 0,1-4 0,1-3 0,-2-5 0,0-2 0,-1-2 0,1 2 0,-3 0 0,2 4 0,-3 4 0,0 5 0,0 5 0,0 8 0,0 3 0,-3 5 0,0 7 0,-4 2 0</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23:40.452"/>
    </inkml:context>
    <inkml:brush xml:id="br0">
      <inkml:brushProperty name="width" value="0.035" units="cm"/>
      <inkml:brushProperty name="height" value="0.035" units="cm"/>
    </inkml:brush>
  </inkml:definitions>
  <inkml:trace contextRef="#ctx0" brushRef="#br0">72 715 32767,'-7'-1'0,"3"-4"0,3-7 0,1-6 0,0-5 0,-1-3 0,-3-1 0,2-8 0,-2-6 0,3-1 0,1-3 0,-1 2 0,-2 0 0,-1 0 0,1 5 0,-2 0 0,1 8 0,1 3 0,2 2 0,-3-1 0,0 11 0,1 0 0,2 2 0,0 2 0,-3 3 0,3 3 0,-5 5 0,8 0 0,2-1 0,3-3 0,4 2 0,2-2 0,2 3 0,1 1 0,5-4 0,-3 0 0,2 1 0,0 2 0,0-3 0,4 0 0,0 0 0,0-1 0,-5 4 0,0-3 0,-1 1 0,1-1 0,-4 3 0,-4-5 0,-5 6 0</inkml:trace>
  <inkml:trace contextRef="#ctx0" brushRef="#br0" timeOffset="230">72 310 32767,'12'0'0,"0"-1"0,1-2 0,3-1 0,4-4 0,7 3 0,5 0 0,3-1 0,0-3 0,1 2 0,0-4 0</inkml:trace>
  <inkml:trace contextRef="#ctx0" brushRef="#br0" timeOffset="982">882 143 20056,'-12'0'2457,"0"0"1,0-4-1,0 0 1,0 2-1738,0 0 0,1 1 0,-1-2 1,0-1-721,0 2 0,-4-4 0,0 3 0,1 0 0,2 2 0,1 1 0,0 1 0,2 3 0,2 4 0,-1 4 0,5 4 0,1 5 0,2 5 0,1 6 0,1 8 0,4 3 0,7 4 0,1 3 0,7-1 0,1-5 0,2-6 0,1-5 0,0-10 0,-1-5 0,1-6 0,-1-5 0,-2-7 0,-3-2 0,0-2 0,2-7 0,-6-9 0,-2-4 0,-3-4 0,-6 2 0,1-5 0,-3 1 0,-1-1 0,0 5 0,-1-2 0,-3 3 0,-4 1 0,-3 0 0,-1 2 0,-1 2 0,-3 4 0,2-1 0,-5 1 0,2 1 0,3 2 0,0 5 0,2 1 0,0 2 0,-5-4 0,-1 2 0</inkml:trace>
  <inkml:trace contextRef="#ctx0" brushRef="#br0" timeOffset="1532">1120 108 32767,'0'11'0,"0"1"0,2 2 0,2 1 0,3 5 0,4 4 0,1 4 0,0 4 0,0 2 0,0 6 0,0 1 0,0 0 0,-1 0 0,1-3 0,0-5 0,-1-3 0,-3-5 0,1-4 0,-4-10 0,2-4 0,1-3 0,3-9 0,-2-7 0,-1-6 0,1-6 0,6-4 0,0-4 0,0-2 0,-2-2 0,-1 0 0,0 1 0,0-1 0,0 0 0,0 2 0,0 1 0,0 1 0,-2 5 0,0 0 0,-4 3 0,-1 4 0,-1 3 0,-4 5 0,0 5 0,-5 12 0,-2 9 0</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23:35.568"/>
    </inkml:context>
    <inkml:brush xml:id="br0">
      <inkml:brushProperty name="width" value="0.035" units="cm"/>
      <inkml:brushProperty name="height" value="0.035" units="cm"/>
    </inkml:brush>
  </inkml:definitions>
  <inkml:trace contextRef="#ctx0" brushRef="#br0">60 223 20056,'-12'-24'3655,"0"0"1,1 1-1856,3 4 0,-1 1 0,5 6-1800,1 1 0,2 3 0,1 0 0,0 5 0,0-1 0,0 8 0,0 4 0,1 3 0,2 2 0,2 3 0,2 4 0,2 2 0,-2 7 0,1 3 0,1 2 0,2 2 0,-3 1 0,0 2 0,1 2 0,1 1 0,2 2 0,0 3 0,-1 1 0,-3 0 0,2-6 0,0-2 0,2-5 0,-1-3 0,4-9 0,-7-10 0,3-5 0,0-3 0,0-2 0,-2-8 0,-1-7 0,2-7 0,0-9 0,3-3 0,2-5 0,1-4 0,0-2 0,-4-6 0,1 0 0,3 1 0,-3-4 0,3 2 0,-3 4 0,-1 3 0,-1 2 0,-2 5 0,-2 2 0,-2 5 0,-1 5 0,-4 11 0,-2 7 0,0 5 0,-2 7 0,-1 7 0,1 2 0,-3 11 0,-5-2 0</inkml:trace>
  <inkml:trace contextRef="#ctx0" brushRef="#br0" timeOffset="633">894 759 20056,'-4'8'2457,"0"0"1,-4-4-1,3 2 1,-2 0-1738,-2-4 0,-2 0 0,-2-1 1,-2 1-721,-1 2 0,-4 0 0,5-4 0,-1 0 0,-1 0 0,-1-5 0,-2-3 0,5-4 0,1-4 0,-2 2 0,1-6 0,1-1 0,5-2 0,0-2 0,5-1 0,1-2 0,2 1 0,2-2 0,3 1 0,5 2 0,6 1 0,0 1 0,3 0 0,1 0 0,-1 0 0,-2 6 0,3 1 0,-2 2 0,-3 3 0,0-2 0,-3 7 0,1 0 0,-5 2 0,-7 10 0,-8 3 0,-3 3 0,0 1 0,-7 4 0,0 0 0,-1-2 0,3-1 0,-1-1 0,1 0 0,2 0 0,0 0 0,3-1 0,-1-3 0,5 2 0,7-14 0,7 3 0</inkml:trace>
  <inkml:trace contextRef="#ctx0" brushRef="#br0" timeOffset="1118">1001 771 30291,'0'6'825,"0"0"0,0-16 1,0-2-826,0-1 0,0-4 0,0 0 0,1-2 0,3-2 0,-2-1 0,2-2 0,-3 0 0,-1 0 0,0 0 0,0 0 0,0 1 0,0-1 0,0 5 0,0 3 0,-1 3 0,-3 1 0,2 6 0,-3 2 0,5 8 0,0 2 0,0 6 0,0 0 0,0-5 0,5-2 0,3-5 0,3-5 0,1-3 0,0-3 0,-1-1 0,3-4 0,0 0 0,4 0 0,0-1 0,1 4 0,2-3 0,-3 3 0,-1 1 0,3 5 0,-4 3 0,-1 3 0,-2 1 0,-1 1 0,-1 3 0,-4 4 0,4 3 0,-4 1 0</inkml:trace>
  <inkml:trace contextRef="#ctx0" brushRef="#br0" timeOffset="1633">1537 783 32767,'4'-14'0,"0"-2"0,1-3 0,-2-11 0,2-5 0,2-8 0,-1-3 0,4-3 0,-4-1 0,0-2 0,2-2 0,-4 6 0,0 6 0,1 3 0,-4 9 0,3 4 0,-3 4 0,-1 6 0,-1 10 0,-2 6 0,0 6 0,-1 10 0,-2 8 0,0 7 0</inkml:trace>
  <inkml:trace contextRef="#ctx0" brushRef="#br0" timeOffset="1914">1835 473 22980,'0'12'9787,"-1"-4"-9787,-3 0 0,1-6 0,-5 2 0,-3-2 0,-3-2 0,-1 0 0,-3 0 0,-1 0 0,1 0 0,-3 0 0,-6 0 0,-1 0 0,0 0 0,1-2 0,-1 0 0,1-4 0,2 0 0,5 2 0,2-3 0,1 2 0,6-1 0,8 4 0,6-2 0,5 1 0,3 2 0,6-4 0,1-2 0</inkml:trace>
  <inkml:trace contextRef="#ctx0" brushRef="#br0" timeOffset="2316">1966 735 32767,'0'-8'0,"0"0"0,0-1 0,0-2 0,0-1 0,0-1 0,0-3 0,0 2 0,0-6 0,0-1 0,0-2 0,0-6 0,0-2 0</inkml:trace>
  <inkml:trace contextRef="#ctx0" brushRef="#br0" timeOffset="2430">1942 294 29804,'0'-12'592,"-1"2"1,-2 0-1,-1 2 1,2-1 0,-1-1-593,-1-2 0,3 0 0,-5 0 0,6 0 0</inkml:trace>
  <inkml:trace contextRef="#ctx0" brushRef="#br0" timeOffset="2998">2562 687 20056,'-2'8'3276,"-2"0"1,2-5 0,-5 2-2317,2 0 0,-4-3 1,1 2-961,-3-3 0,-5-1 0,-1 0 0,-2 0 0,-2 0 0,0-1 0,0-3 0,1-4 0,-1-3 0,-2-2 0,1-3 0,1-4 0,2-2 0,3-3 0,4-3 0,4-4 0,3-1 0,2 0 0,3 2 0,6 1 0,4 1 0,6 0 0,3 2 0,2 3 0,1 4 0,4 3 0,0 7 0,2 0 0,-2 2 0,-1 6 0,-1-2 0,-1 3 0,-3 1 0,1 5 0,-5 3 0,-2 2 0,0 2 0,-3 5 0,1 2 0</inkml:trace>
  <inkml:trace contextRef="#ctx0" brushRef="#br0" timeOffset="3649">2979 413 27367,'-2'-12'1350,"-2"0"0,2 4 0,-6 2 0,0-1-1350,1 1 0,-3 2 0,0-3 0,-3 2 0,-3 2 0,-1 2 0,3 2 0,-2 3 0,1 4 0,-2 4 0,1 4 0,1 4 0,2 2 0,1 6 0,0 1 0,2 0 0,2 0 0,3-1 0,5-5 0,1-4 0,3-3 0,2-4 0,8-4 0,0-4 0,2-2 0,4-9 0,-3-4 0,2-5 0,2-2 0,0-2 0,-1-2 0,-3 0 0,0 3 0,-3 0 0,1-1 0,-1 4 0,-2 3 0,-6 1 0,-2 0 0,-2 6 0,-2 6 0,0 9 0,0 5 0,0 6 0,-4 3 0,0 1 0,1-1 0,2 1 0,-3 0 0,0 0 0,1 0 0,2 0 0,1-5 0,1 0 0,3-2 0,4-2 0,-3-7 0,11 2 0,-3-3 0</inkml:trace>
  <inkml:trace contextRef="#ctx0" brushRef="#br0" timeOffset="3915">3288 723 32767,'4'-12'0,"0"0"0,-1-1 0,-2-3 0,3-4 0,0-9 0,0-5 0,2-5 0,-5-10 0,3 0 0,-3-4 0,-1-4 0,0 4 0,-1 2 0,-2 2 0,-1 1 0,-5 6 0,2 5 0,1 8 0,2 9 0,1 11 0,1 7 0,-2 9 0,-6 6 0,4 11 0</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23:42.852"/>
    </inkml:context>
    <inkml:brush xml:id="br0">
      <inkml:brushProperty name="width" value="0.035" units="cm"/>
      <inkml:brushProperty name="height" value="0.035" units="cm"/>
    </inkml:brush>
  </inkml:definitions>
  <inkml:trace contextRef="#ctx0" brushRef="#br0">48 1 32767,'-8'0'0,"0"0"0,4 0 0,-4 0 0,6 1 0,-2 3 0,2-3 0,2 4 0,0-5 0,0 0 0,-5 0 0,4 0 0,-5 2 0,6 2 0,0-2 0,0 6 0,0-5 0,0 2 0</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23:43.367"/>
    </inkml:context>
    <inkml:brush xml:id="br0">
      <inkml:brushProperty name="width" value="0.035" units="cm"/>
      <inkml:brushProperty name="height" value="0.035" units="cm"/>
    </inkml:brush>
  </inkml:definitions>
  <inkml:trace contextRef="#ctx0" brushRef="#br0">12 1 27367,'8'0'5400,"0"0"-5400,-5 0 0,2 0 0,-5 0 0,0 1 0,0 3 0,0-2 0,0 6 0,0-5 0,0 4 0,0-3 0,0-3 0,0 4 0,0-5 0,0-1 0,0-3 0,-1 3 0,-3-3 0,1 2 0,-5 2 0,6 0 0,-9 0 0,5 0 0</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23:59.533"/>
    </inkml:context>
    <inkml:brush xml:id="br0">
      <inkml:brushProperty name="width" value="0.035" units="cm"/>
      <inkml:brushProperty name="height" value="0.035" units="cm"/>
    </inkml:brush>
  </inkml:definitions>
  <inkml:trace contextRef="#ctx0" brushRef="#br0">2586 1407 27367,'-7'5'5400,"1"-4"-5400,2 3 0,-3 2 0,-5-2 0,2 1 0,0-3 0,2 2 0,-1-1 0,-1 0 0,-2-1 0,-2 2 0,-1-1 0,-4-2 0,-5 1 0,-1 0 0,-3 2 0,0 0 0,-6-4 0,-3 0 0,0 0 0,0 0 0,1 0 0,0 0 0,1 0 0,-1 0 0,0 0 0,0 0 0,1 0 0,-1 2 0,0 0 0,2 2 0,2-1 0,-1-2 0,4-1 0,-2 1 0,-2 3 0,3-2 0,-1 2 0,1-3 0,-1-1 0,0 0 0,-4 0 0,2 0 0,1 0 0,5 0 0,-4 0 0,1 0 0,-1 0 0,5 0 0,-2 0 0,3 0 0,1 0 0,4 0 0,0 0 0,0 0 0,2 0 0,1 0 0,3 0 0,-1-1 0,-5-3 0,2 2 0,1-2 0,1 3 0,0 1 0,-5 0 0,1-1 0,-2-2 0,-2-1 0,4 0 0,0 4 0,-2 0 0,-5 0 0,2 0 0,-3 0 0,3 0 0,1 0 0,1 0 0,-1 0 0,1 0 0,3 0 0,-1 0 0,4 0 0,-1 0 0,-4 0 0,5 0 0,0 0 0,1 0 0,0 0 0,-5 0 0,1 0 0,-1-1 0,1-3 0,-2 3 0,2-5 0,-4 2 0,-4 0 0,2 0 0,-6 4 0,0 0 0,2 0 0,-1-4 0,6 0 0,1 2 0,6 0 0,3 4 0,3 0 0,0 2 0,0-1 0,6 0 0,0-1 0,1 2 0,4 0 0,-10-4 0,5 0 0</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24:11.032"/>
    </inkml:context>
    <inkml:brush xml:id="br0">
      <inkml:brushProperty name="width" value="0.035" units="cm"/>
      <inkml:brushProperty name="height" value="0.035" units="cm"/>
    </inkml:brush>
  </inkml:definitions>
  <inkml:trace contextRef="#ctx0" brushRef="#br0">2598 1 32767,'0'8'0,"0"0"0,-4-4 0,-2 2 0,0-1 0,2 3 0,-3-2 0,2 0 0,-3-2 0,3 3 0,-2-1 0,-2 1 0,-2-3 0,-1 4 0,0 1 0,0 2 0,0 1 0,-1 0 0,-1 0 0,-2 0 0,-5-1 0,1 1 0,-3 0 0,-1 0 0,-1 4 0,-1 1 0,-3 0 0,0 1 0,-1-2 0,4-1 0,-1 1 0,0-1 0,5 2 0,-1-1 0,1-1 0,4-2 0,-3-1 0,4 0 0,-1 0 0,1-1 0,0 1 0,2 0 0,-2 2 0,-1 1 0,-1-5 0,-2 2 0,2-2 0,2 1 0,-4 1 0,1 0 0,-1 0 0,1-1 0,-1-3 0,4 0 0,-2 2 0,-2 0 0,2 2 0,1-1 0,-1-1 0,1 2 0,2-3 0,-3 7 0,1-2 0,-1-2 0,5-1 0,-3 1 0,-1 0 0,-1 0 0,0 0 0,-1 1 0,-1 2 0,-2 1 0,4 0 0,-1-4 0,-1-1 0,-2 1 0,-1 4 0,2 0 0,-1 0 0,-1 1 0,7-4 0,-7 5 0,2-2 0,-1-1 0,-2 7 0,-1-4 0,-2 2 0,1 0 0,2-4 0,1 2 0,-1 1 0,-3-1 0,3-3 0,-2 1 0,1-3 0,3-1 0,-1 4 0,0 0 0,0-2 0,0 0 0,4-4 0,2-1 0,-1-1 0,1 2 0,3-1 0,-1 0 0,3-1 0,1 1 0,0-2 0,0 0 0,0-1 0,1 1 0,-1-3 0,0 2 0,0 0 0,0-4 0,4 4 0,0-2 0,-1 0 0,-2 1 0,3-2 0,0 3 0,-1-1 0,-2-2 0,-1 2 0,2 1 0,1-1 0,1 0 0,1 1 0,-2-4 0,1 2 0,-1-1 0,2 2 0,-1 0 0,-1 2 0,-2-3 0,-1 4 0,0 1 0,0-3 0,2-1 0,1-1 0,1 0 0,4 4 0,-4-4 0,-2-2 0,0 4 0,-2-2 0,5 1 0,2-2 0,0 1 0,2 0 0,-5-4 0,4 3 0,-4 1 0,6 2 0,-2-2 0,1-3 0,-1 3 0,1-3 0,-5-1 0,6 2 0,-4 0 0,1 2 0,4 0 0,-8-2 0,5 2 0,-2-3 0,2 3 0,3-3 0,-6 3 0,3 0 0,3 0 0,-6-4 0,5 1 0,-2 3 0,-1-2 0,1 2 0,2-2 0,-2 2 0,-2-2 0,3 4 0,-5-2 0,5-2 0,-2 3 0,1-4 0,0 3 0,0-3 0,4 5 0,0-6 0,0 0 0,0 5 0,0-4 0,0 6 0,0-3 0,-5-3 0,-2 5 0</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26:47.238"/>
    </inkml:context>
    <inkml:brush xml:id="br0">
      <inkml:brushProperty name="width" value="0.035" units="cm"/>
      <inkml:brushProperty name="height" value="0.035" units="cm"/>
    </inkml:brush>
  </inkml:definitions>
  <inkml:trace contextRef="#ctx0" brushRef="#br0">2619 1653 32767,'5'0'0,"0"0"0,-5 0 0,0 0 0,-5 5 0,4-4 0,-5 3 0,3-4 0,2 0 0,-7-1 0,3-1 0,0-2 0,2 0 0,-1 2 0,-1-2 0,4 0 0,-3 1 0,-1 0 0,-1-5 0,-4 1 0,3 1 0,0 0 0,4 0 0,-3-2 0,1 2 0,-1 2 0,2-4 0,-2 1 0,-1-2 0,-4-2 0,1 1 0,3 3 0,0 0 0,0-1 0,-3-1 0,1-1 0,1 0 0,1-1 0,1 5 0,-4-1 0,2-1 0,2-1 0,-1-2 0,-3 1 0,-1 0 0,4 0 0,1-1 0,-2 1 0,-2 0 0,1 0 0,1-1 0,1 1 0,4 3 0,-3 0 0,1 0 0,-1 2 0,3-4 0,-4 2 0,-1-2 0,2 3 0,0 1 0,1 2 0,-1 0 0,2-4 0,-2 3 0,-1 1 0,1-2 0,-3 3 0,2-4 0,-2 2 0,-1 1 0,-1-1 0,1-1 0,-1 0 0,-3-3 0,3 2 0,-3-1 0,3-1 0,0-1 0,0 2 0,-2 0 0,0-1 0,0-1 0,-2 0 0,2 1 0,0 1 0,2-1 0,-3-1 0,0-1 0,2 0 0,0-1 0,1 2 0,-2 1 0,0 1 0,0-1 0,1 3 0,-1-2 0,-1 0 0,2 1 0,-1 1 0,1 2 0,-2 0 0,1 1 0,1-3 0,-1 2 0,0-1 0,0 0 0,2 3 0,0-4 0,1 2 0,0-1 0,0-3 0,-1 4 0,1-1 0,0 0 0,0 2 0,-1-4 0,2 0 0,2 0 0,-2 3 0,2-3 0,-2 1 0,-1-1 0,1 3 0,1-3 0,1 1 0,-1 3 0,2-4 0,0 1 0,-2-2 0,-2 0 0,1 3 0,1-1 0,1-1 0,-1 0 0,-1 3 0,-1-4 0,0-1 0,0 2 0,-1 0 0,1-1 0,0 1 0,-1-2 0,2 3 0,0 1 0,-1-1 0,4 1 0,-6 1 0,-1-1 0,2-2 0,-1 3 0,2-3 0,-1 0 0,-3 1 0,3 1 0,-3-1 0,1-1 0,0 0 0,1 3 0,-1-4 0,1 0 0,2 1 0,-2-2 0,0 4 0,-2-2 0,2-2 0,0 2 0,2 0 0,-1-1 0,-3 1 0,3-3 0,-3 3 0,2-1 0,2 0 0,-4 2 0,1-3 0,0 1 0,2-1 0,-3 2 0,0-1 0,2-1 0,0-1 0,1 2 0,-1 1 0,-2-2 0,1-1 0,-2 2 0,1 0 0,-1 0 0,0 1 0,1-2 0,4 5 0,-1-1 0,-3 0 0,3 2 0,-3-4 0,2 1 0,2 3 0,0-3 0,0 1 0,-1-2 0,1-2 0,0 0 0,0 0 0,-1 1 0,1-1 0,0-1 0,-1 0 0,1 1 0,0 1 0,-4 1 0,1-4 0,0 2 0,2 2 0,-3 2 0,0-2 0,1 2 0,-2 2 0,3-3 0,-2 0 0,0 1 0,0-1 0,-1-3 0,3 3 0,-2-2 0,2 0 0,-1 0 0,0-2 0,0 1 0,0 1 0,2 0 0,1-2 0,-1 1 0,1 1 0,0 4 0,-1-4 0,1-1 0,0 4 0,0 0 0,-1 0 0,1 0 0,3 0 0,0 0 0,4 0 0,-4-3 0,5-2 0,-3 6 0,4-2 0,-2 0 0,2 2 0,-5 2 0,2-3 0,2 2 0,-5-5 0,4 5 0,-4-2 0,4 0 0,-3-1 0,1-1 0,-3 3 0,2-4 0,0 4 0,-1-4 0,1 3 0,-1-2 0,-1 2 0,5-3 0,-1 5 0,0-1 0,3 2 0,-4 1 0,5 0 0,0 0 0,0-5 0,-1 4 0,-2-3 0,1 2 0,-5-1 0,3 2 0,-3-3 0,5 2 0,-2 0 0,-1-2 0,4 0 0,-4 1 0,1 0 0,1-2 0,-3 2 0,3 1 0,-1-4 0,-1 1 0,4 1 0,-3 2 0,-1-2 0,4 0 0,-3 0 0,2 3 0,-1-2 0,2 0 0,-3 0 0,2 2 0,-2-3 0,3 3 0,-3 1 0,4 0 0,0 0 0,0 0 0</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27:22.119"/>
    </inkml:context>
    <inkml:brush xml:id="br0">
      <inkml:brushProperty name="width" value="0.035" units="cm"/>
      <inkml:brushProperty name="height" value="0.035" units="cm"/>
      <inkml:brushProperty name="color" value="#004F8B"/>
    </inkml:brush>
  </inkml:definitions>
  <inkml:trace contextRef="#ctx0" brushRef="#br0">152 7 32767,'0'-4'0,"-3"2"0,2 1 0,-4 1 0,4 1 0,-2 0 0,0 2 0,1 0 0,-3-2 0,0 2 0,2 0 0,0-2 0,0 2 0,-1 0 0,-3-2 0,0 1 0,0 3 0,0-2 0,0 1 0,1-2 0,-1 2 0,0-1 0,0 2 0,1-2 0,0 0 0,2 0 0,-1 2 0,-1 0 0,1 1 0,0-1 0,2-1 0,0 2 0,0 0 0,0 2 0,3 0 0,0 1 0,0 0 0,0-1 0,0 1 0,0 0 0,0 3 0,0-1 0,0 0 0,0 1 0,0-1 0,1 2 0,1 0 0,0-2 0,1 1 0,-1 2 0,0-1 0,-1 1 0,0-2 0,0-1 0,1 2 0,0 0 0,0 0 0,-2 1 0,0 1 0,0 1 0,0-1 0,0 4 0,0-1 0,0 0 0,-2 2 0,0-2 0,0 2 0,1 1 0,0 0 0,0-1 0,-1 0 0,0-1 0,1 0 0,1-3 0,0 0 0,0-2 0,0-2 0,0-1 0,0 1 0,0-2 0,0 3 0,0-3 0,0 0 0,0 0 0,1 2 0,1-1 0,0 2 0,-1-2 0,3 2 0,-2-1 0,0 0 0,1 0 0,-2 1 0,1-2 0,0 2 0,0-2 0,-1 2 0,1-2 0,-1 0 0,-1 1 0,1-1 0,0 1 0,2-1 0,-2 2 0,0 0 0,-1 1 0,0-1 0,0 1 0,2 1 0,1 0 0,-2 1 0,0 0 0,-1-1 0,0 0 0,0 2 0,0-2 0,0 2 0,0-1 0,0 0 0,0 1 0,0 0 0,0 2 0,0-1 0,0 2 0,0-3 0,0 2 0,0 0 0,0 1 0,0 0 0,0-2 0,0-1 0,0 0 0,0-2 0,0 3 0,0-2 0,0-3 0,0 1 0,0-3 0,0 0 0,0 1 0,0-1 0,0 1 0,0-1 0,0 2 0,1 0 0,0 0 0,1-1 0,0 0 0,-1-1 0,-1 2 0,2 0 0,0 1 0,1-2 0,-3 5 0,0-3 0,0 0 0,2 0 0,0 0 0,1-1 0,0 1 0,-3 2 0,3 1 0,-2-1 0,2 1 0,-3-3 0,3 2 0,-3-1 0,0-1 0,3-2 0,-1 1 0,0 2 0,-2-1 0,3 1 0,-1-1 0,-1-1 0,0 1 0,-1 0 0,1 1 0,0 0 0,2 1 0,-1 1 0,-2-2 0,0 2 0,0 1 0,0-2 0,-1 2 0,0-1 0,-2 1 0,1-3 0,2 2 0,0-3 0,0 0 0,-2 0 0,0 0 0,0-1 0,1 1 0,1-2 0,0-1 0,0-1 0,0 1 0,0 0 0,1 0 0,1-1 0,0 0 0,0-1 0,-1 2 0,0-1 0,2 1 0,-1-3 0,-2 2 0,1-2 0,1 1 0,-1 0 0,1 2 0,-1-1 0,-1 1 0,2 0 0,1 1 0,-2-1 0,0-1 0,0 1 0,0-1 0,2 0 0,-2 0 0,0 0 0,-1-1 0,0 0 0,0-1 0,0 2 0,0 0 0,0 0 0,0 0 0,0 0 0,0-1 0,0 1 0,0 0 0,0 0 0,0 0 0,0 0 0,0-1 0,0-1 0,0 1 0,0 1 0,0 1 0,0-2 0,0 1 0,0 1 0,0 0 0,0-2 0,0 2 0,0 0 0,0-1 0,0 2 0,0 1 0,0-1 0,0 0 0,0-3 0,0 3 0,0 0 0,0 1 0,0 0 0,0-1 0,0 0 0,0 0 0,0-1 0,0 0 0,0 1 0,0-1 0,0 1 0,0-2 0,0 1 0,0 1 0,0-2 0,0 0 0,0-1 0,0 0 0,0 4 0,0-3 0,0 1 0,0-2 0,0 1 0,0 0 0,0-2 0,0 0 0,0-1 0,0-1 0,0-1 0,0 0 0,0-4 0,1 5 0,1-4 0,-1 0 0,2-1 0,-2 1 0,1 0 0,-1 1 0,4-1 0,-3-1 0,3 1 0,-3 1 0,3 0 0,0 1 0,1-2 0,1 0 0,0 0 0,0 0 0,0-1 0,0 2 0,1-1 0,1 0 0,-2 1 0,3-1 0,0 0 0,-1 0 0,0-1 0,-2-1 0,0 0 0,0 0 0,0 0 0,-3 0 0,-1 0 0</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27:38.068"/>
    </inkml:context>
    <inkml:brush xml:id="br0">
      <inkml:brushProperty name="width" value="0.035" units="cm"/>
      <inkml:brushProperty name="height" value="0.035" units="cm"/>
      <inkml:brushProperty name="color" value="#004F8B"/>
    </inkml:brush>
  </inkml:definitions>
  <inkml:trace contextRef="#ctx0" brushRef="#br0">42 132 32767,'-3'0'0,"-1"0"0,1 0 0,3 0 0,-3 0 0,3 0 0,0-3 0,0 1 0,0-3 0,0 0 0,0 1 0,0 0 0,0-2 0,0 0 0,-1 0 0,-1 1 0,0 0 0,0 0 0,2-2 0,0 1 0,0-1 0,0 2 0,-1 0 0,-1 0 0,0-1 0,-1 1 0,1 1 0,0 0 0,-2-2 0,1 2 0,1 2 0,2-1 0,1 3 0,1 0 0,2 0 0,3 1 0,0 1 0,0-1 0,0 1 0,-1-1 0,1 0 0,0 0 0,0 2 0,0-2 0,-2 0 0,-1-1 0,2 0 0,0 0 0,1 0 0,0 0 0,0 0 0,-3 0 0,1 0 0,0 0 0,1 0 0,-1 0 0,0 0 0,0 0 0,1 0 0,1 0 0,0 0 0,-3 0 0,1 0 0,0 0 0,2 0 0,0 0 0,-3 0 0,0 1 0,-1 1 0,2 0 0,-3 2 0,-1 2 0,0 0 0,-1 1 0,1 3 0,1 1 0,0 2 0,0 4 0,-2 2 0,0 1 0,0 3 0,-2 0 0,-1 4 0,-1-1 0,-1-3 0,1-1 0,1-4 0,1-2 0,0-4 0,0-6 0,2-6 0,0-7 0,0-7 0,3-2 0,0-5 0</inkml:trace>
  <inkml:trace contextRef="#ctx0" brushRef="#br0" timeOffset="566">416 298 32767,'2'-5'0,"0"0"0,1 1 0,-1-3 0,0 0 0,1 0 0,-3 0 0,0 0 0,0 0 0,0 0 0</inkml:trace>
  <inkml:trace contextRef="#ctx0" brushRef="#br0" timeOffset="747">423 35 20252,'-3'-4'8014,"1"0"-6514,-3 2 0,3-1 1,-2-3-1501,1 2 0,-1 2 0,1-3 0,1 3 0,-1-1 0,-1 3 0</inkml:trace>
  <inkml:trace contextRef="#ctx0" brushRef="#br0" timeOffset="1266">512 291 32767,'4'-1'0,"-1"-1"0,-3-2 0,0-3 0,0 0 0,0 2 0,0-2 0,0 0 0,0-1 0,0 0 0,0 1 0,0 1 0,0-1 0,0-1 0,0-1 0,0 0 0,0 0 0,0 2 0,0 0 0,0 3 0,0 1 0,0 3 0,3 3 0,2-1 0,-1 0 0,0-2 0,1-1 0,1-1 0,0-2 0,-2-3 0,0 0 0,1 1 0,0-1 0,0 0 0,2 2 0,-1 1 0,1-2 0,0 0 0,0 2 0,0 2 0,0 1 0,0 1 0,0 1 0,0 2 0,0 3 0,0 3 0,0 3 0,-1 0 0,1 3 0,-3 1 0,2 1 0,-2-2 0,0 1 0,-2 0 0,1-2 0,0-1 0,-1-1 0,1-3 0,-2-1 0,2-1 0</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27:47.267"/>
    </inkml:context>
    <inkml:brush xml:id="br0">
      <inkml:brushProperty name="width" value="0.05" units="cm"/>
      <inkml:brushProperty name="height" value="0.05" units="cm"/>
      <inkml:brushProperty name="color" value="#33CCFF"/>
    </inkml:brush>
  </inkml:definitions>
  <inkml:trace contextRef="#ctx0" brushRef="#br0">1086 1 20348,'5'0'9830,"-1"3"-8536,-2-3 1,1 4-1295,-3-2 0,0-1 0,0 2 0,-3-3 0,1 3 0,-2-1 0,-2-1 0,2 0 0,0-1 0,-2 0 0,2 3 0,0-1 0,-1-1 0,-2 0 0,0-1 0,1 0 0,-1 0 0,0 0 0,0 0 0,0 0 0,0 0 0,0 1 0,0 1 0,0-1 0,0 1 0,0 0 0,1 0 0,-1 2 0,0 2 0,0-1 0,2 1 0,1-2 0,2 3 0,0 0 0,1-1 0,-1 4 0,-1-1 0,2-1 0,0 0 0,1-1 0,0 1 0,1 1 0,1 2 0,-1 0 0,1 0 0,-1 0 0,-1-1 0,2 2 0,1 1 0,-2-1 0,0 0 0,-1-2 0,1 3 0,0-2 0,1 2 0,1 0 0,-3 0 0,0 0 0,0-1 0,0 3 0,0 0 0,0 2 0,0 2 0,0-1 0,0 1 0,0 1 0,0 0 0,0 2 0,0-3 0,0 1 0,0 0 0,-3 0 0,1-1 0,1-1 0,0-1 0,1-1 0,0-2 0,0 0 0,0 0 0,0-1 0,0-1 0,0-1 0,0-1 0,1 1 0,0-2 0,1 0 0,0-1 0,-1-2 0,0 2 0,1 1 0,-1-1 0,2 1 0,0-1 0,-2-3 0,1-1 0,-1 1 0,2-1 0,-3 2 0,4-2 0,-2 2 0,0 1 0,0 0 0,-2 0 0,0 0 0,0 0 0,1 2 0,1 0 0,0 1 0,0 0 0,-2-2 0,0 4 0,0-1 0,0 0 0,0 2 0,0-2 0,0 0 0,0 1 0,0-1 0,0 3 0,0 0 0,0 0 0,0 0 0,0-1 0,0 1 0,0 0 0,0-1 0,0-1 0,0 0 0,0 0 0,0-1 0,0 0 0,0-1 0,0-2 0,0 2 0,0 0 0,0 0 0,0 0 0,0 2 0,0-1 0,1 1 0,1-1 0,-1 1 0,1 1 0,0-1 0,0 0 0,-1-3 0,2 2 0,-1 1 0,1-1 0,-1-1 0,-2-1 0,1 0 0,1-1 0,-1 0 0,1-1 0,-1 0 0,0 0 0,0 0 0,2 0 0,-1-3 0,-2 1 0,0 0 0,0 1 0,1 1 0,0 0 0,2 0 0,-1 0 0,-2 1 0,0 0 0,0 1 0,2 1 0,0-4 0,0 1 0,-1 0 0,-1 0 0,0 0 0,0 0 0,0 0 0,0 0 0,0 0 0,0 0 0,0-3 0,0 1 0,0-3 0,0 3 0,0-3 0,0 2 0,3-1 0,-2 2 0,3-2 0,-1 1 0,3-1 0,-3 3 0,2-2 0,0-1 0,-1 1 0,4-1 0,0 1 0,2 2 0,0-3 0,-2 0 0,2-1 0,1 0 0,-2 1 0,2-1 0,0 0 0,-1 0 0,-1-1 0,0-1 0,-1 0 0,-1 0 0,-4 0 0,-3-4 0,-3 1 0</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27:55.484"/>
    </inkml:context>
    <inkml:brush xml:id="br0">
      <inkml:brushProperty name="width" value="0.05" units="cm"/>
      <inkml:brushProperty name="height" value="0.05" units="cm"/>
      <inkml:brushProperty name="color" value="#33CCFF"/>
    </inkml:brush>
  </inkml:definitions>
  <inkml:trace contextRef="#ctx0" brushRef="#br0">0 129 20498,'4'1'8900,"-1"0"-5531,0 1-3369,-3 0 0,4-2 0,-2 0 0,0 0 0,2 0 0,1 0 0,-2-2 0,2 0 0,-1-2 0,2 2 0,1-3 0,-1 3 0,1 1 0,-3-1 0,0 1 0,1-1 0,1 0 0,-2 2 0,0 0 0,1 0 0,1 0 0,-2-1 0,1-1 0,0 0 0,0 1 0,0 2 0,-1 1 0,-3 3 0,1 0 0,-1 0 0,-1 2 0,-1-1 0,-1 1 0,-2-1 0,1 1 0,-2-1 0,0 0 0,0 1 0,0-3 0,1 0 0,0-1 0,0 1 0,-2-2 0,2 2 0,-2-2 0,0 3 0,2-3 0,2 2 0,2 0 0,0 3 0,0-1 0,0-2 0,2 0 0,2-1 0,0 1 0,1-2 0,0 2 0,0 1 0,2-2 0,-1 0 0,1-1 0,-1 0 0,-2 3 0,1-2 0,-1-1 0,2 1 0,-2 2 0,0-3 0,0 1 0,-1 0 0,-1 2 0,0-1 0,1 2 0,-2 0 0,1 1 0,-2-1 0,-2 1 0,-1-1 0,-2 1 0,1-1 0,-1 0 0,-3-1 0,0-1 0,0 1 0,1 1 0,-2-1 0,0 0 0,2-3 0,-1 1 0,2-2 0,0 1 0,-1-1 0,1-1 0,2 0 0,1 0 0,3-3 0,0-1 0</inkml:trace>
  <inkml:trace contextRef="#ctx0" brushRef="#br0" timeOffset="230">257 302 32767,'0'0'0</inkml:trace>
  <inkml:trace contextRef="#ctx0" brushRef="#br0" timeOffset="1364">443 7 32767,'3'-4'0,"-2"2"0,4 2 0,-4 0 0,2 0 0,-4 2 0,-1 0 0,-2-1 0,0 0 0,0-1 0,-1 0 0,-1 0 0,0 1 0,-1 0 0,1 1 0,0 0 0,-1-1 0,1 1 0,-1 0 0,2 1 0,0-1 0,0 1 0,0 1 0,0 1 0,0 0 0,2 0 0,0 2 0,-1-1 0,2 1 0,0-1 0,1 1 0,1-1 0,0 0 0,0 1 0,0-1 0,1 1 0,1-1 0,3 0 0,-2-1 0,1-2 0,1 0 0,-1-1 0,0-2 0,1 0 0,1 0 0,0 0 0,1 0 0,-1 0 0,1 0 0,-3 0 0,0 0 0,0 0 0,2 0 0,-1-2 0,-1 0 0,-1 0 0,1 2 0,1 0 0,-2 0 0,2 0 0,0 0 0,-2 0 0,1 0 0,1 0 0,1 2 0,0 1 0,-2 0 0,2 0 0,-3 1 0,2 0 0,-1 0 0,-2 1 0,2 0 0,-2 0 0,0 2 0,1 0 0,-1 1 0,0 0 0,-2 0 0,0-1 0,0 0 0,-1-1 0,0 0 0,-2 1 0,-1-1 0,2-1 0,-2-1 0,-1 0 0,0 0 0,0 0 0,1-1 0,-1-1 0,-1 0 0,0 0 0,-1 0 0,1-2 0,-3 3 0,0-1 0,0-1 0,0 0 0,0-1 0,3 0 0,-1 0 0,1-1 0,2-1 0,4-2 0,4-2 0</inkml:trace>
  <inkml:trace contextRef="#ctx0" brushRef="#br0" timeOffset="1800">706 219 29398,'-4'0'1684,"-1"0"1,4-3-1685,-1-1 0,1-2 0,1-1 0,0 1 0,0 0 0,0-1 0</inkml:trace>
  <inkml:trace contextRef="#ctx0" brushRef="#br0" timeOffset="1963">674 26 32767,'-4'-3'0,"2"3"0,-1-6 0,-1 2 0</inkml:trace>
  <inkml:trace contextRef="#ctx0" brushRef="#br0" timeOffset="2431">789 199 32767,'0'-6'0,"0"0"0,0-1 0,0 1 0,0-1 0,0 1 0,0 0 0,0-1 0,0 1 0,0-1 0,0 1 0,0-1 0,0 1 0,0 2 0,0-1 0,0 0 0,0 0 0,1-1 0,1 2 0,-1-2 0,3 3 0,-2-1 0,-1 1 0,3 2 0,-1-1 0,2 2 0,-1-3 0,2 3 0,-2 0 0,0 0 0,1 0 0,1 0 0,0 0 0,1 0 0,-1 2 0,0 1 0,1 0 0,-1 0 0,1 1 0,-1-2 0,0 2 0,0 1 0,-2 1 0,2 0 0,-2 1 0,-1 0 0,-1 1 0,1 0 0,-1 3 0,-2 2 0,-4 4 0</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28:11.148"/>
    </inkml:context>
    <inkml:brush xml:id="br0">
      <inkml:brushProperty name="width" value="0.035" units="cm"/>
      <inkml:brushProperty name="height" value="0.035" units="cm"/>
    </inkml:brush>
  </inkml:definitions>
  <inkml:trace contextRef="#ctx0" brushRef="#br0">212 1 20776,'4'0'9830,"-1"0"-7669,-1 0-2161,-1 0 0,2 0 0,-3 0 0,3 0 0,-3 0 0,3 1 0,-3 1 0,2-1 0,0 3 0,1 1 0,-3 1 0,2 1 0,0-1 0,-1 0 0,0 1 0,-1-1 0,1 1 0,1-1 0,-1 0 0,1 2 0,-2-1 0,0 2 0,0 0 0,0-1 0,0 1 0,0 1 0,0 0 0,0 1 0,0-2 0,0 1 0,0-3 0,0 2 0,-2-1 0,0 1 0,-1 0 0,2-3 0,-1 0 0,0 1 0,-1-1 0,1 1 0,-1-1 0,0 0 0,-1 1 0,1-1 0,-1 1 0,-1-1 0,2 3 0,-2-1 0,0 0 0,0-1 0,-2 0 0,1-1 0,-1 1 0,-2 2 0,2-2 0,-2 1 0,0 0 0,1-2 0,-2 0 0,3-1 0,-2-2 0,1 0 0,-2 1 0,0-2 0,0 0 0,2-1 0,-2-1 0,2 0 0,-1 0 0,0 0 0,4 0 0,-1 0 0,0 0 0,3-3 0,0-1 0,3-2 0</inkml:trace>
  <inkml:trace contextRef="#ctx0" brushRef="#br0" timeOffset="818">424 636 32767,'-4'-1'0,"2"-1"0,1-2 0,1-2 0,0-1 0,0-2 0,0 2 0,0-4 0,0-1 0,0 0 0,2 0 0,0-1 0,0-1 0,-1-1 0,-1 2 0,2-1 0,0 2 0,-1 1 0,0-2 0,-1 4 0,0 1 0,0-2 0,-2 3 0,0-1 0,0 1 0,-1 0 0,0 3 0,-2 0 0,1 1 0,-1 2 0,-1 0 0,0 1 0,-1 0 0,1 0 0,-1 1 0,1 0 0,0 2 0,2 1 0,-2 0 0,2 3 0,-1-1 0,1 0 0,0 1 0,3-1 0,-1 1 0,0-1 0,1 0 0,1 1 0,0-1 0,0-1 0,1-2 0,1 1 0,3-1 0,-2-1 0,1 0 0,1-1 0,1-1 0,0-3 0,2 1 0,-1-2 0,2-1 0,0-1 0,-3-3 0,0-1 0</inkml:trace>
  <inkml:trace contextRef="#ctx0" brushRef="#br0" timeOffset="1251">603 437 20776,'-6'-3'9830,"2"-2"-9110,-1 2 0,3-1 1,-1 1-721,0 0 0,-2 1 0,0 0 0,0 1 0,-2 1 0,1 0 0,2 1 0,0 2 0,0 3 0,1 2 0,1 3 0,-2 0 0,1 1 0,2 3 0,0 0 0,1 1 0,1 0 0,1 1 0,0-3 0,2 1 0,1-1 0,0-2 0,2-2 0,-1-2 0,1-3 0,-1-3 0,1-1 0,-1-1 0,0-1 0,1-1 0,-1-1 0,-2-4 0,0-2 0,-1-2 0,0 1 0,-2 0 0,1 0 0,0 0 0,-2 2 0,0-2 0,0 1 0,0 1 0,0-2 0,-2 2 0,0-1 0,1 0 0,-2 2 0,1-2 0,0-1 0,-1 3 0,-1-2 0</inkml:trace>
  <inkml:trace contextRef="#ctx0" brushRef="#br0" timeOffset="1917">744 290 30675,'-6'-1'697,"-1"-1"0,3 1 1,0-1-698,-1 1 0,1 1 0,0 0 0,-1 0 0,2 3 0,-1 1 0,0 2 0,1 0 0,1 2 0,0-1 0,-1 3 0,1 0 0,0 0 0,2 2 0,1 0 0,1-2 0,-1-1 0,4 1 0,0-1 0,0-4 0,4 1 0,0-4 0,-2 0 0,0-2 0,0 0 0,-1 0 0,1 0 0,-1-3 0,0 0 0,-1-4 0,-2 1 0,0 0 0,-1-1 0,-2 1 0,0-1 0,0 1 0,0 0 0,0-1 0,0 1 0,0-1 0,0 1 0,-2-1 0,0 1 0,-3 0 0,2-4 0,-4 0 0</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28:19.446"/>
    </inkml:context>
    <inkml:brush xml:id="br0">
      <inkml:brushProperty name="width" value="0.05" units="cm"/>
      <inkml:brushProperty name="height" value="0.05" units="cm"/>
      <inkml:brushProperty name="color" value="#008C3A"/>
    </inkml:brush>
  </inkml:definitions>
  <inkml:trace contextRef="#ctx0" brushRef="#br0">328 14 20355,'4'-1'9830,"-2"-1"-7248,-2 1-2582,0-2 0,3 3 0,-1-3 0,0 3 0,-2-3 0,0 9 0,0-4 0,0 4 0,0 0 0,0 0 0,-2 0 0,0 0 0,0 2 0,1 0 0,1 0 0,0 3 0,0-1 0,0 0 0,0 2 0,0-1 0,0 1 0,0 1 0,3 0 0,1 0 0,0 0 0,0-1 0,0-2 0,1 0 0,-1-2 0,1 1 0,1-1 0,0-2 0,1-2 0,-3 1 0,0-3 0,-2 0 0,1-2 0</inkml:trace>
  <inkml:trace contextRef="#ctx0" brushRef="#br0" timeOffset="1685">26 302 20355,'0'5'9830,"0"-1"-8539,0-3 0,0 2-1291,-2-3 0,1 0 0,-2 0 0,3 0 0</inkml:trace>
  <inkml:trace contextRef="#ctx0" brushRef="#br0" timeOffset="2285">14 200 32767,'-4'-3'0,"1"2"0,0-2 0,3 3 0,-3 0 0,7 0 0,0-3 0,3 2 0,-4-3 0,0 2 0,1-3 0,2 3 0,-2-2 0,0 2 0,-2-2 0,2-1 0,-1 1 0,0 0 0,-1 1 0,0-1 0,3 2 0,-3-2 0,1 0 0,-1-3 0,-1 3 0,1 0 0,-2-1 0,0-1 0,0 2 0,0-1 0,-2 4 0,-3-1 0,2-1 0,-2 1 0,0 0 0,2 2 0,-1-1 0,1 0 0,-1-2 0,2 1 0,-2 2 0,-1 0 0,1 0 0,0 0 0,-1 0 0,2 0 0,-3 3 0,3 1 0</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29:30.959"/>
    </inkml:context>
    <inkml:brush xml:id="br0">
      <inkml:brushProperty name="width" value="0.035" units="cm"/>
      <inkml:brushProperty name="height" value="0.035" units="cm"/>
    </inkml:brush>
  </inkml:definitions>
  <inkml:trace contextRef="#ctx0" brushRef="#br0">0 871 29976,'0'12'930,"0"-4"0,0-4 1,0-8-931,0-6 0,0-6 0,2-6 0,1-5 0,1-6 0,4-2 0,-3-3 0,1-1 0,-1-2 0,3 1 0,-2-6 0,-1-3 0,0 1 0,-1-4 0,-4 7 0,2-4 0,2 0 0,-3 1 0,3 2 0,-2 7 0,-2 4 0,0 7 0,1 5 0,3 2 0,-1 13 0,5 4 0,-5 8 0,1 10 0,-3 2 0,-1 6 0,6 6 0,0 4 0</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28:38.448"/>
    </inkml:context>
    <inkml:brush xml:id="br0">
      <inkml:brushProperty name="width" value="0.035" units="cm"/>
      <inkml:brushProperty name="height" value="0.035" units="cm"/>
      <inkml:brushProperty name="color" value="#E71224"/>
    </inkml:brush>
  </inkml:definitions>
  <inkml:trace contextRef="#ctx0" brushRef="#br0">0 558 25129,'4'7'7638,"1"-1"-7638,-4-2 0,2-2 0,-3-4 0,0 0 0,0-2 0,0 0 0,0-3 0,0 1 0,0-1 0,0 1 0,0 2 0,0-1 0,0 0 0,0 0 0,0-2 0,0 1 0,0-1 0,0 3 0,0 0 0,0-1 0,0-1 0,0 0 0,0-1 0,1 3 0,1 0 0,-2 2 0,3-3 0,-3 4 0,3-2 0,1 3 0,0 0 0,0 0 0,1 0 0,1 0 0,0 0 0,1 0 0,-1 0 0,1 0 0,-1 0 0,1 0 0,2 0 0,-2 2 0,2 0 0,0 0 0,-1-1 0,3-1 0,-3 0 0,1 0 0,0 0 0,-2 0 0,2 0 0,-2 0 0,0 0 0,-1 0 0,0 0 0,1 0 0,-1 0 0,3 0 0,-1 0 0,0 0 0,-1 0 0,-2-1 0,-1-1 0,1 0 0,0 1 0,1-1 0,-1 1 0,-1-1 0,1 0 0,1 2 0,1 0 0,-1 0 0,0-2 0,1-1 0,-1 2 0,1 0 0,-1 1 0,0 0 0,2 0 0,0 0 0,0 0 0,2 0 0,0-2 0,0 0 0,0-1 0,1 2 0,0-1 0,0 0 0,1-1 0,1 1 0,-2 1 0,0 0 0,-1-1 0,1 0 0,-1 0 0,-1 2 0,2 0 0,-2 0 0,-2 0 0,1 0 0,-2 0 0,0 0 0,1 0 0,-1 0 0,1 0 0,-1 0 0,0 0 0,1 0 0,-1 0 0,1 0 0,1 0 0,1 0 0,-1 0 0,-1 0 0,1 0 0,1 0 0,2 0 0,-2 0 0,0-1 0,0-1 0,1 1 0,-3-2 0,3 1 0,0 0 0,-2 0 0,0 2 0,-1 0 0,0 0 0,1 0 0,1 0 0,-1 0 0,-1 0 0,-1 1 0,1 0 0,-1 1 0,0 0 0,1-2 0,-1 0 0,1 0 0,-1 0 0,0 1 0,2 0 0,-1 2 0,2-2 0,0 0 0,-1-1 0,1 0 0,1 0 0,-1 0 0,1 0 0,0 0 0,0 0 0,0 0 0,1 0 0,-1 0 0,-1 0 0,2 0 0,-2 0 0,1 0 0,-1 0 0,2 2 0,-3 0 0,0-1 0,-1 0 0,2-1 0,-1 0 0,0 0 0,-1 0 0,0 1 0,1 0 0,1 1 0,-1 0 0,-1-1 0,1-1 0,1 2 0,-1 0 0,1 0 0,0-1 0,0 0 0,1 1 0,1 1 0,-1-2 0,1 2 0,-1-2 0,-1 2 0,1-1 0,0-1 0,0 0 0,0 1 0,1 0 0,-1 0 0,-1-1 0,1-1 0,-2 0 0,1 0 0,1 0 0,-2 0 0,0 2 0,-1 0 0,0-1 0,1 0 0,1-1 0,-1 0 0,-1 0 0,1 0 0,1 0 0,0 0 0,0 0 0,-2 2 0,2 0 0,0 0 0,-1-2 0,3 0 0,-2 0 0,0 0 0,1 0 0,-1 0 0,0 0 0,1 0 0,0 0 0,0 0 0,-3 0 0,3 0 0,0 0 0,0 0 0,1-2 0,-1 0 0,-1 1 0,2-2 0,-2 1 0,0 0 0,1-1 0,-1 2 0,-1-1 0,0 1 0,0 1 0,-1 0 0,0 0 0,-1 0 0,1 0 0,-1 0 0,0 0 0,1 0 0,-1 0 0,1 2 0,-1 0 0,1 0 0,2-1 0,-2-1 0,1 0 0,0 0 0,-2 0 0,2 0 0,2 2 0,-1 0 0,0-1 0,1 0 0,-2-1 0,2 0 0,0 0 0,1 0 0,-1 0 0,-1 0 0,0 0 0,2 0 0,-3 0 0,1 0 0,0 0 0,-2 0 0,2 0 0,-2 0 0,0 0 0,1 0 0,1 0 0,-1 0 0,1 0 0,-1 0 0,3 0 0,0 0 0,-1 0 0,1 0 0,-2 1 0,1 0 0,-1 1 0,2 0 0,-1-2 0,1 0 0,0 0 0,-1 3 0,1-1 0,0-1 0,0 0 0,-1-1 0,1 0 0,-1 0 0,0 0 0,3 0 0,-3 0 0,-1 0 0,0 0 0,0 0 0,1-1 0,-1 0 0,0-1 0,2-1 0,-3 3 0,1 0 0,0-2 0,-1 1 0,2-1 0,-1 0 0,-1 0 0,0 1 0,0-1 0,2 2 0,0 0 0,0-3 0,-1 1 0,1 0 0,0-1 0,1 3 0,-2-3 0,-1 1 0,2-1 0,-3 1 0,1 2 0,-1 0 0,0 0 0,-1 0 0,1 1 0,-1 1 0,1-1 0,-1 2 0,0-1 0,1 0 0,-1 0 0,1-2 0,-1 0 0,0 0 0,1 0 0,-1 0 0,1 0 0,-1 0 0,1 0 0,-1 0 0,-2 0 0,1 0 0,-4 0 0,2 0 0,-3 1 0,0 1 0,0-1 0,0 4 0,0 0 0,0-2 0,0 2 0,0 0 0,0 0 0,0 2 0,0 1 0,0 1 0,0 0 0,2-1 0,0 1 0,-1 1 0,0 0 0,0 1 0,0-2 0,1 0 0,1-2 0,-3 2 0,0-2 0,0-3 0,0-1 0</inkml:trace>
  <inkml:trace contextRef="#ctx0" brushRef="#br0" timeOffset="1115">481 199 32767,'-3'-4'0,"3"-1"0,-3 0 0,3-1 0,-1-2 0,0 0 0,-2 0 0,1-2 0,2 0 0,0-1 0,0 1 0,0-1 0,0-2 0,-2 0 0,0 0 0,0 3 0,2 0 0,0 0 0,0 3 0,0 2 0,0 0 0,-3 4 0,-1-2 0</inkml:trace>
  <inkml:trace contextRef="#ctx0" brushRef="#br0" timeOffset="1633">545 45 29217,'4'0'3550,"-1"0"-3550,0 0 0,-1-1 0,3 0 0,0-1 0,0 0 0,-2 0 0,1-1 0,1-1 0,1 3 0,1-2 0,-1 0 0,0 2 0,1-2 0,-1 1 0,1 0 0,-3 0 0,0 2 0,1-1 0,1-1 0,-2 1 0,0-1 0,1 2 0,0-1 0,0-1 0,0 0 0,-3 0 0,2 2 0,-2 1 0,0 1 0,-2-1 0,0 4 0,0 0 0,0 0 0,0 2 0,-2-1 0,0 1 0,-2 1 0,1 1 0,-1 1 0,-1-1 0,2 2 0,-1-1 0,-1 1 0,2 0 0,-3-1 0,2 1 0,1-1 0,1-1 0,-1 0 0,1-3 0,0 1 0,2-3 0,0 0 0,0-2 0,3 0 0,2-1 0,2-1 0,0 0 0,3 0 0,-2 0 0,1 0 0,0 0 0,-1 0 0,0-1 0,0-1 0,-1 1 0,0-1 0,-1 1 0,1 1 0,-1 0 0,1 3 0,-1 1 0</inkml:trace>
  <inkml:trace contextRef="#ctx0" brushRef="#br0" timeOffset="1930">834 193 32767,'3'-1'0,"0"-1"0,-2 0 0,0-2 0,2-1 0,-1 2 0,-2-2 0,0 0 0,0 0 0,0-5 0,0 0 0</inkml:trace>
  <inkml:trace contextRef="#ctx0" brushRef="#br0" timeOffset="2063">828 7 29217,'-4'-1'1775,"2"-1"0,0 1-1775,0-1 0,2 1 0,-3 1 0</inkml:trace>
  <inkml:trace contextRef="#ctx0" brushRef="#br0" timeOffset="2548">904 193 20458,'1'3'4915,"1"-1"0,0-1-4089,2-1 0,-3-3 1,2-1-827,-3-2 0,1 0 0,0-1 0,2-1 0,-2-1 0,0 0 0,-1 1 0,2 0 0,0 0 0,0-1 0,-2 0 0,0 1 0,0 1 0,0 1 0,0 1 0,0 1 0,0 3 0,3 1 0,-2 2 0,4 3 0,-3-2 0,2-3 0,-2 0 0,3 0 0,0 0 0,-2 0 0,1 0 0,1-1 0,1-1 0,0 0 0,1-1 0,-1 0 0,1-1 0,-1 1 0,1 2 0,-1 0 0,-2 1 0,0 1 0,1 1 0,-2 2 0,1 2 0,-3 1 0,1 2 0,0 2 0,1-1 0,-1-1 0,-1 1 0,0 0 0,-1-2 0,0 1 0,1-2 0,1-1 0,-1 1 0,1-1 0</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29:34.409"/>
    </inkml:context>
    <inkml:brush xml:id="br0">
      <inkml:brushProperty name="width" value="0.035" units="cm"/>
      <inkml:brushProperty name="height" value="0.035" units="cm"/>
    </inkml:brush>
  </inkml:definitions>
  <inkml:trace contextRef="#ctx0" brushRef="#br0">0 38 20822,'6'7'9830,"-5"0"-9125,3-3 0,-1-3 0,1 3-705,4-2 0,3-2 0,3 0 0,2 0 0,4 0 0,10-4 0,5-2 0,7-1 0,6-2 0,-2 2 0,7-2 0,-3 1 0,-1 1 0,-6 2 0,-2 5 0,-6 0 0,-7 0 0,1 0 0,-10 0 0</inkml:trace>
  <inkml:trace contextRef="#ctx0" brushRef="#br0" timeOffset="1052">952 533 20822,'-8'0'3276,"0"0"1,1-1 0,-2-2-3013,1-1 0,1-2 1,-3 4-1,2-3 0,0 1 1,0 0-1,0 0 1,-2 1-265,-1 2 0,3 1 0,0 0 0,-1 1 0,-2 3 0,-1 3 0,-1 6 0,3 0 0,1 4 0,-1 1 0,3 4 0,0-2 0,3 2 0,-1 0 0,0 0 0,3-2 0,0-2 0,6-2 0,2-5 0,1-3 0,1-2 0,4-6 0,0-2 0,0-2 0,1-4 0,-1-8 0,0-4 0,0 1 0,0-3 0,1 6 0,-1-1 0,0-1 0,0 9 0,-1-4 0,-1 2 0,-2 0 0,0 4 0,4 3 0,0 3 0,-4 2 0,-1 3 0,0 6 0,0 5 0,-5 0 0,3 6 0,-4 1 0,-1 1 0,0 1 0,0-2 0,0-3 0,0-1 0,0-2 0,0-2 0,0 2 0,0-2 0,5 4 0,2-6 0</inkml:trace>
  <inkml:trace contextRef="#ctx0" brushRef="#br0" timeOffset="1534">1135 855 20822,'2'-7'9830,"0"1"-8773,2 1 1,1-2-1058,-5-5 0,4-1 0,0 1 0,-2 0 0,0-1 0,-2-3 0,0-1 0,0 2 0,0 1 0,0-2 0,0-1 0,0 2 0,0 1 0,0 2 0,0 0 0,0-1 0,0 1 0,0 0 0,0 6 0,0 6 0,-4 6 0,0 6 0,1 2 0,2 2 0,1-2 0,0 2 0,0-2 0,0-1 0,0-1 0,1-1 0,3-3 0,-1-2 0,5-6 0,1 0 0,-2-6 0,1-2 0,2-4 0,1-5 0,1 2 0,1-6 0,2-1 0,1-1 0,1-2 0,-4 2 0,2 2 0,2 5 0,-1 2 0,-4 3 0,0 3 0,0 4 0,5 2 0,-1 4 0,-1 3 0,-2 7 0,1 2 0,1 8 0,1 3 0,-1 2 0,-5 6 0,-2-2 0,0 0 0,-1 4 0,-1-1 0,-3 0 0,1-3 0,-1-5 0,-2 0 0,-1-10 0,6 6 0,0-2 0</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29:37.577"/>
    </inkml:context>
    <inkml:brush xml:id="br0">
      <inkml:brushProperty name="width" value="0.035" units="cm"/>
      <inkml:brushProperty name="height" value="0.035" units="cm"/>
    </inkml:brush>
  </inkml:definitions>
  <inkml:trace contextRef="#ctx0" brushRef="#br0">49 124 20822,'0'-12'9830,"0"3"-8773,0 1 1,0 4-1058,0-4 0,0 5 0,0-2 0,2 5 0,0 1 0,2 3 0,0 4 0,-4 9 0,0 3 0,0 4 0,0 7 0,0 5 0,0 5 0,0 3 0,-4 7 0,-1 9 0,-2 6 0,-2 8 0,-1 0 0,1 4 0,2-2 0,1-2 0,2-9 0,6-6 0,2-8 0,4-11 0,8-11 0,5-11 0,2-3 0,1-4 0,0-3 0,1 0 0,-1-4 0,1-2 0,-6-8 0,4-1 0,-4-5 0</inkml:trace>
  <inkml:trace contextRef="#ctx0" brushRef="#br0" timeOffset="815">1025 25 20822,'0'-8'9830,"0"0"-8773,0 5 1,2-3-1058,2 6 0,4 2 0,8 0 0,5 4 0,2 1 0,1 1 0,2 6 0,2 1 0,5 1 0,2 6 0,0-1 0,-1 4 0,-1 4 0,-1 0 0,4 6 0,-5 5 0,-7 3 0,-5-1 0,-8 7 0,-1 3 0,-2 3 0,-8-1 0,-3 3 0,-11 2 0,-6 2 0,-7 1 0,-2 0 0,-2-2 0,0-2 0,-1-3 0,-4-5 0,1-2 0,-2-3 0,10-9 0,-1-13 0,9-9 0,5-8 0,3-12 0,3-8 0,4-9 0,3-9 0,6-9 0,2-3 0</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29:39.492"/>
    </inkml:context>
    <inkml:brush xml:id="br0">
      <inkml:brushProperty name="width" value="0.035" units="cm"/>
      <inkml:brushProperty name="height" value="0.035" units="cm"/>
    </inkml:brush>
  </inkml:definitions>
  <inkml:trace contextRef="#ctx0" brushRef="#br0">1 1 24848,'8'0'7919,"0"0"-7919,1 0 0,-2 0 0,1 0 0,2 0 0,1 0 0,2 0 0,2 0 0,1 0 0,-1 0 0,3 0 0,-2 0 0,0 5 0,-3 2 0</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29:39.826"/>
    </inkml:context>
    <inkml:brush xml:id="br0">
      <inkml:brushProperty name="width" value="0.035" units="cm"/>
      <inkml:brushProperty name="height" value="0.035" units="cm"/>
    </inkml:brush>
  </inkml:definitions>
  <inkml:trace contextRef="#ctx0" brushRef="#br0">1 0 32767,'8'0'0,"0"0"0,2 0 0,0 0 0,7 0 0,0 0 0,2 0 0,3 0 0,0 0 0,-1 0 0,-2 0 0,-1 0 0,4 0 0,-9 0 0,5 0 0</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29:41.323"/>
    </inkml:context>
    <inkml:brush xml:id="br0">
      <inkml:brushProperty name="width" value="0.035" units="cm"/>
      <inkml:brushProperty name="height" value="0.035" units="cm"/>
    </inkml:brush>
  </inkml:definitions>
  <inkml:trace contextRef="#ctx0" brushRef="#br0">439 186 24848,'-12'-12'2639,"4"1"1,1 1 0,0 2-2640,1-2 0,-1 4 0,-3-3 0,2 1 0,-1 1 0,2-4 0,-1 4 0,-2 0 0,0 3 0,-3 3 0,1 1 0,0 1 0,0 3 0,-1 5 0,1 7 0,0 6 0,0 6 0,4 3 0,1 6 0,2 1 0,2-1 0,1 0 0,4 0 0,2-1 0,4-3 0,3-4 0,2-9 0,2-3 0,2-3 0,0-8 0,-2-1 0,1-4 0,-1-1 0,3-6 0,-2-2 0,-2-4 0,-5-5 0,2 4 0,-4-5 0,0 1 0,-3 1 0,1-2 0,-1 3 0,-1-3 0,-2-2 0,-1 5 0,0-1 0,-1 2 0,-3 2 0,1-1 0,-5 1 0,-1 0 0,2 5 0,-1 3 0,0-3 0,-5 0 0</inkml:trace>
  <inkml:trace contextRef="#ctx0" brushRef="#br0" timeOffset="454">610 644 32767,'0'-12'0,"0"0"0,0-2 0,0-3 0,0 2 0,0-5 0,0-2 0,0-2 0,2-1 0,0-1 0,2-1 0,-1-2 0,-2-5 0,-1 2 0,0-1 0,0 0 0,0 4 0,0-3 0,0 2 0,0 3 0,0 0 0,0 4 0,0 2 0,0 5 0,6 4 0,2 3 0,-1 4 0,1 6 0,0 3 0,-1 5 0,4 2 0,-3 2 0,1 2 0,-1 2 0,3 4 0,-4-4 0,1 1 0,0 0 0,-5-1 0,1-5 0,-1 2 0,1 2 0,-3-2 0,3 3 0,-2-4 0,-8 0 0,-2-1 0,-3 0 0,3-5 0,0-3 0,-2-2 0,0-2 0,-3 0 0,1 0 0,5 0 0,-3 0 0,3 0 0</inkml:trace>
  <inkml:trace contextRef="#ctx0" brushRef="#br0" timeOffset="850">903 644 32767,'0'-12'0,"0"0"0,0-1 0,0 1 0,0-2 0,0-2 0,0-4 0,0-4 0,-1-1 0,-3 0 0,2-5 0,-2-2 0,3-1 0,1 0 0,0-4 0,1-4 0,3-1 0,4 0 0,1 7 0,1 0 0,4 3 0,0 5 0,-1 6 0,-1 6 0,1 5 0,-1 6 0,-4 3 0,0 2 0,0 3 0,-1 4 0,0 3 0,-5 2 0,2-1 0,-1 1 0,-1-1 0,-2 0 0,0 1 0,0-1 0,0 0 0,-2 1 0,-2-1 0,1-1 0,-3-1 0,-1-2 0,0 2 0,-1-3 0,-4-1 0,0 1 0,-1 0 0,4-3 0,-3 5 0,2-1 0,-8 4 0</inkml:trace>
  <inkml:trace contextRef="#ctx0" brushRef="#br0" timeOffset="1319">0 657 20822,'1'-11'9830,"3"2"-9302,5 5 1,3-1 0,4 1 0,6 0-529,5-2 0,11 5 0,12-5 0,11 2 0,11 0 0,2-2 0,8 4 0,1-4 0,1-1 0,-3 0 0,-2-2 0,-5 1 0,-6-2 0,-8 0 0,-6 2 0,-3 4 0,-3 3 0,-7 1 0,1 0 0</inkml:trace>
  <inkml:trace contextRef="#ctx0" brushRef="#br0" timeOffset="2035">305 1016 32767,'7'-2'0,"-3"-2"0,3 3 0,-6-10 0,3 3 0,-7 1 0,-2 0 0,-2 0 0,-2 0 0,-2 4 0,-1-1 0,-1 3 0,1 1 0,-1 1 0,-2 3 0,-1 5 0,1 2 0,1 5 0,2 2 0,0 1 0,-1 3 0,3-3 0,1 1 0,5-2 0,3-3 0,1-2 0,1-2 0,3-2 0,3-5 0,7-8 0,2-5 0,4-2 0,-1-5 0,2-2 0,-1 0 0,-1 0 0,0-2 0,-4 3 0,1 2 0,1 3 0,-5 3 0,0 5 0,-5 8 0,-3 6 0,-3 7 0,-1 7 0,-1 2 0,-2 6 0,-2-2 0,-2-2 0,0-2 0,-1-1 0,3-2 0,-1-2 0,5-3 0,-3-6 0,8-5 0,3-2 0</inkml:trace>
  <inkml:trace contextRef="#ctx0" brushRef="#br0" timeOffset="2352">708 1300 20822,'7'-1'2457,"-3"-3"1,-3-3-1,-1-5 1,0-2-1930,0-3 1,0-2 0,0-6 0,0 1-529,0-1 0,0 0 0,0-1 0,-1-2 0,-3 0 0,-2-1 0,-3 5 0,2 4 0,1 3 0,1 3 0,1 2 0,3 5 0,-10 7 0,4 7 0</inkml:trace>
  <inkml:trace contextRef="#ctx0" brushRef="#br0" timeOffset="2584">744 1152 32767,'-8'0'0,"2"1"0,-1 2 0,0 1 0,3 0 0,-4-4 0,-2 0 0,-1 2 0,-1 2 0,0 4 0,0 3 0,0 1 0,-1 1 0,1-1 0,0 1 0,1 3 0,3 1 0,4-2 0,3-2 0,1 0 0,0-1 0,1-1 0,3-3 0,3-2 0,5-6 0,2 0 0,2 0 0,-3-1 0,4-4 0,2-1 0,0-7 0</inkml:trace>
  <inkml:trace contextRef="#ctx0" brushRef="#br0" timeOffset="3250">1001 818 20822,'-8'0'9830,"-1"0"-9125,0 0 0,4 1 0,-1 2-705,1 1 0,2 1 0,-5 0 0,5-4 0,-2 4 0,6-5 0,3 0 0,-3 0 0,5 0 0</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29:50.709"/>
    </inkml:context>
    <inkml:brush xml:id="br0">
      <inkml:brushProperty name="width" value="0.035" units="cm"/>
      <inkml:brushProperty name="height" value="0.035" units="cm"/>
    </inkml:brush>
  </inkml:definitions>
  <inkml:trace contextRef="#ctx0" brushRef="#br0">135 25 32767,'-2'-7'0,"-2"3"0,3 2 0,-3-3 0,2 4 0,2-4 0,0 5 0,0 1 0,0 3 0,0-1 0,2 5 0,2 2 0,-3-3 0,3 1 0,-1 0 0,1-1 0,-3 4 0,3-3 0,-2 3 0,-2 2 0,1-1 0,2 0 0,1 1 0,-1-1 0,-2 1 0,-1-1 0,0 0 0,0 1 0,0-1 0,-4 0 0,0 1 0,-2-6 0,2-3 0,-2-3 0,-7-1 0,1 0 0,4 0 0,0-1 0,-2-2 0,-1-1 0,3-6 0,0 2 0,0-3 0,1-1 0,-2 3 0,3 1 0,1-1 0,0-2 0,0 2 0,5 1 0,0-2 0,0 5 0,-5-6 0,-2 4 0</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29:59.341"/>
    </inkml:context>
    <inkml:brush xml:id="br0">
      <inkml:brushProperty name="width" value="0.035" units="cm"/>
      <inkml:brushProperty name="height" value="0.035" units="cm"/>
    </inkml:brush>
  </inkml:definitions>
  <inkml:trace contextRef="#ctx0" brushRef="#br0">12 1 24343,'-2'11'8424,"-2"-3"-8424,3-2 0,-3-6 0,8 0 0,4 0 0,3 0 0,1 0 0,0 0 0,1 0 0,0 0 0,2 0 0,1 0 0,-1 0 0,3 0 0,-1 0 0,1 0 0,0 0 0,2 0 0,-4 0 0,6 0 0,-3 0 0</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29:59.907"/>
    </inkml:context>
    <inkml:brush xml:id="br0">
      <inkml:brushProperty name="width" value="0.035" units="cm"/>
      <inkml:brushProperty name="height" value="0.035" units="cm"/>
    </inkml:brush>
  </inkml:definitions>
  <inkml:trace contextRef="#ctx0" brushRef="#br0">1 13 32767,'12'-4'0,"0"-1"0,0 3 0,0 0 0,2 2 0,1 0 0,1 0 0,4 0 0,-2 0 0,0 0 0,-1 0 0,4 0 0,-5 0 0,-1 0 0,-2 0 0,5 0 0,1 0 0</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30:08.625"/>
    </inkml:context>
    <inkml:brush xml:id="br0">
      <inkml:brushProperty name="width" value="0.035" units="cm"/>
      <inkml:brushProperty name="height" value="0.035" units="cm"/>
    </inkml:brush>
  </inkml:definitions>
  <inkml:trace contextRef="#ctx0" brushRef="#br0">1 594 29936,'5'-7'1415,"-3"2"1,5 1-1416,-3 0 0,-2-1 0,6 5 0,1 0 0,4 0 0,2 0 0,1 0 0,7 0 0,0 0 0,6 0 0,2 0 0,2 0 0,3 0 0,1 0 0,-1 0 0,-3-4 0,-2 0 0,-1 1 0,-3 2 0,-7-3 0,-3 0 0,-4 1 0,-6 2 0,4 1 0,-4 0 0</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30:12.840"/>
    </inkml:context>
    <inkml:brush xml:id="br0">
      <inkml:brushProperty name="width" value="0.035" units="cm"/>
      <inkml:brushProperty name="height" value="0.035" units="cm"/>
    </inkml:brush>
  </inkml:definitions>
  <inkml:trace contextRef="#ctx0" brushRef="#br0">68 705 29936,'0'7'2831,"0"-3"-2831,0-8 0,2-3 0,0-5 0,2-1 0,-1 1 0,0-5 0,-1 0 0,3-3 0,-3-2 0,4-1 0,-1-3 0,1-3 0,-1-4 0,3 1 0,-3-2 0,1-3 0,-1-3 0,3-3 0,-3 3 0,-3-1 0,0 1 0,-1 3 0,2 4 0,1 6 0,-2 5 0,0 4 0,-2 5 0,0 1 0,-2 5 0,-2 3 0,-2 14 0,-7 3 0</inkml:trace>
  <inkml:trace contextRef="#ctx0" brushRef="#br0" timeOffset="434">373 371 32767,'-8'0'0,"0"0"0,-1 0 0,-2 0 0,-6 0 0,0 0 0,-2 0 0,-3 0 0,-1 0 0,-1 0 0,-2 0 0,-3 0 0,4-4 0,-2 0 0,3 1 0,4 1 0,5 1 0,-1-2 0,2-1 0,2 0 0,5 4 0,7-5 0,7-2 0</inkml:trace>
  <inkml:trace contextRef="#ctx0" brushRef="#br0" timeOffset="1369">630 433 20615,'0'-8'4915,"0"-1"0,-2 5-4141,-2-4 0,-1 4 0,-5-3-774,2 1 0,0-2 0,-4 4 0,0 1 0,-1 2 0,1 1 0,0 0 0,0 0 0,0 4 0,-1 1 0,2 2 0,3 3 0,-3 2 0,5 4 0,-2 0 0,-1-1 0,7-1 0,-2-2 0,2 1 0,2-1 0,0 0 0,0 1 0,0-1 0,6-5 0,2-3 0,3-2 0,1-2 0,0 0 0,0 0 0,1-5 0,-1 0 0,-1-2 0,-3-3 0,3 4 0,-3-3 0,3 0 0,-3 2 0,0-1 0,-4 3 0,4-3 0,0 5 0,0-2 0,-1 6 0,-2 3 0,-2 5 0,0 2 0,0 1 0,1 0 0,-2 1 0,0-1 0,-2 2 0,0 1 0,0 2 0,4-1 0,0-4 0,-1 1 0,3-6 0,-4 4 0,3-4 0</inkml:trace>
  <inkml:trace contextRef="#ctx0" brushRef="#br0" timeOffset="1864">764 643 32767,'7'-12'0,"-3"-1"0,-2 1 0,1 0 0,2-1 0,2 1 0,-4-2 0,2-1 0,-1-3 0,1-1 0,0 4 0,-2-2 0,1 4 0,-2 0 0,0 5 0,-1 0 0,3-2 0,-2 4 0,2 6 0,-7 9 0,-1 2 0,1 1 0,2 1 0,-1-2 0,0-2 0,-2-1 0,0 1 0,4 3 0,1-5 0,3-3 0,-1-3 0,5-2 0,1-3 0,1-3 0,-1-5 0,-1 1 0,2 2 0,1-2 0,0 3 0,-2-3 0,-1-1 0,0-1 0,5 2 0,-1 3 0,-4 3 0,0 5 0,2 0 0,0 0 0,-1 1 0,-1 4 0,1 6 0,2 5 0,1 2 0,0-2 0,1 5 0,-1 2 0,-4 0 0,-1-1 0,0-1 0,-1 1 0,-3 0 0,1-1 0,-2-5 0,-2-2 0,0-2 0,0 1 0,0-1 0</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30:18.239"/>
    </inkml:context>
    <inkml:brush xml:id="br0">
      <inkml:brushProperty name="width" value="0.035" units="cm"/>
      <inkml:brushProperty name="height" value="0.035" units="cm"/>
    </inkml:brush>
  </inkml:definitions>
  <inkml:trace contextRef="#ctx0" brushRef="#br0">147 136 32767,'-6'-7'0,"5"0"0,-3 3 0,-3 1 0,-1-5 0,1 5 0,-1-1 0,-1 3 0,2 1 0,-1 1 0,-2 3 0,-1-1 0,1 5 0,0 2 0,2 1 0,1 2 0,-2 3 0,1 0 0,5 1 0,-1-5 0,2 0 0,4-1 0,2-2 0,3-5 0,5-8 0,0-5 0,0-2 0,0-2 0,1-3 0,-1 0 0,0 1 0,-4 2 0,0 4 0,2 1 0,-3 1 0,-1-3 0,0 2 0,-1 5 0,-2 0 0,1 6 0,0 4 0,-4 7 0,0 1 0,0 1 0,0 6 0,0-2 0,0 0 0,0 1 0,0-5 0,0 5 0,0 0 0,0-2 0,4-1 0,2-6 0,0 1 0,2-1 0,5 0 0</inkml:trace>
  <inkml:trace contextRef="#ctx0" brushRef="#br0" timeOffset="384">269 371 32767,'4'-12'0,"0"-1"0,0-1 0,-3-1 0,2-1 0,1 1 0,0-3 0,-2 1 0,0 1 0,2-2 0,1 4 0,-4-2 0,2 2 0,1 1 0,0 1 0,-4 0 0,0-1 0,0 6 0,0 2 0,5 5 0,3 0 0,3 0 0,1-1 0,1-4 0,-1 4 0,1-3 0,2 1 0,1-1 0,1 1 0,-5-4 0,0 2 0,0 2 0,1 2 0,-1 1 0,0 0 0,0 0 0,0 0 0,-5 5 0,-1 2 0</inkml:trace>
  <inkml:trace contextRef="#ctx0" brushRef="#br0" timeOffset="984">842 371 20615,'-6'0'9830,"-4"1"-8669,6 3 0,-5-2-1161,1 2 0,1-3 0,-1-1 0,-2 0 0,3 0 0,-1 0 0,-1 0 0,-2-1 0,-1-3 0,-1-4 0,3-8 0,1 0 0,4-1 0,0 0 0,3-3 0,-2-4 0,3-1 0,1 0 0,5 0 0,3-1 0,3 0 0,1 1 0,2-2 0,1 7 0,3 1 0,1 3 0,-5 7 0,3 4 0,-4 1 0,-1 0 0,-1 1 0,-1 7 0,-2 4 0,-5 9 0,2 2 0</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30:22.273"/>
    </inkml:context>
    <inkml:brush xml:id="br0">
      <inkml:brushProperty name="width" value="0.035" units="cm"/>
      <inkml:brushProperty name="height" value="0.035" units="cm"/>
    </inkml:brush>
  </inkml:definitions>
  <inkml:trace contextRef="#ctx0" brushRef="#br0">123 260 20615,'0'-7'4915,"0"-4"0,0 8-3754,0-5 0,-1 5-1161,-4-1 0,4 3 0,-4 1 0,1 1 0,0 3 0,1 5 0,-3 2 0,2 1 0,2 0 0,0 1 0,-2 5 0,-1 4 0,-1 4 0,1 3 0,-3 5 0,2 0 0,0 6 0,-4 6 0,3 3 0,1 3 0,-1 2 0,0-2 0,4-1 0,-1 0 0,3 0 0,1-1 0,0-4 0,1-9 0,5-1 0,6-3 0,1 3 0,6-4 0,0-2 0,0-5 0,2-2 0,3-7 0,-1 0 0,-3-3 0,2-6 0,-4-3 0,-1-2 0,1-2 0,-2 0 0,-3-6 0,-1-1 0</inkml:trace>
  <inkml:trace contextRef="#ctx0" brushRef="#br0" timeOffset="1499">416 644 32767,'-6'0'0,"6"0"0,7 0 0,9 0 0,5 0 0,2 0 0,3 0 0,2-2 0,6-2 0,5-4 0,1-2 0,3 1 0,-1 0 0,-3 0 0,-6-2 0,-3-2 0</inkml:trace>
  <inkml:trace contextRef="#ctx0" brushRef="#br0" timeOffset="2019">477 1003 32767,'-7'0'0,"2"-2"0,5-2 0,0 1 0,0-5 0,0-1 0,0-2 0,0-2 0,0 1 0,1-1 0,3 1 0,-3 0 0,3-1 0,-2 1 0,-2 0 0,0-1 0,1 1 0,3-1 0,-2 5 0,2 0 0,-3 0 0,-1-5 0</inkml:trace>
  <inkml:trace contextRef="#ctx0" brushRef="#br0" timeOffset="2482">562 842 32767,'12'-6'0,"-3"3"0,-1-3 0,1 0 0,2-2 0,1 4 0,-1 0 0,-3-2 0,3 5 0,-3-3 0,2 1 0,-2-1 0,3 2 0,-3-2 0,3 3 0,1 1 0,0 0 0,0 0 0,0 0 0,-3 0 0,-1 0 0,-4 0 0,4 0 0,-5 0 0,1 4 0,-7 1 0,-2 1 0,-2-1 0,3 5 0,-3-2 0,0 3 0,0 2 0,1-5 0,-4 0 0,2 2 0,-1 1 0,2 1 0,0 1 0,0-2 0,0-3 0,5 3 0,-4-3 0,1 3 0,3-3 0,-2 1 0,8-7 0,5 3 0,1-4 0,4-1 0,1 0 0,1 0 0,-1 0 0,-1 0 0,-2-1 0,1-2 0,4-1 0,-4 0 0,5 4 0</inkml:trace>
  <inkml:trace contextRef="#ctx0" brushRef="#br0" timeOffset="3184">1124 0 24343,'0'12'4212,"-2"-5"0,0-1-4212,-3-1 0,0-2 0,1 5 0,3-4 0,-2 5 0,6 0 0,-1-2 0,8 1 0,2 2 0,3 1 0,7 1 0,-2 2 0,3 3 0,1 3 0,5 0 0,-1 0 0,-1 4 0,-1 3 0,-1 1 0,-2 5 0,-3 1 0,-4 2 0,-3 1 0,-5 0 0,-4 2 0,-3 2 0,-2-3 0,-5 5 0,-5 0 0,-3 2 0,-8 4 0,2 2 0,-5 0 0,-3-3 0,2-1 0,-4 3 0,2-1 0,-1 1 0,-2-8 0,5-5 0,4-6 0,3-5 0,3-7 0,9-13 0,3-15 0,3-10 0,1-8 0,5-11 0,-3-6 0,3-5 0</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30:31.757"/>
    </inkml:context>
    <inkml:brush xml:id="br0">
      <inkml:brushProperty name="width" value="0.035" units="cm"/>
      <inkml:brushProperty name="height" value="0.035" units="cm"/>
    </inkml:brush>
  </inkml:definitions>
  <inkml:trace contextRef="#ctx0" brushRef="#br0">11 223 32767,'13'0'0,"-1"0"0,1 0 0,2 0 0,2 0 0,3-1 0,-2-2 0,-1-1 0,1 1 0,2 2 0,-4-1 0,-1-1 0,-1-1 0,-2 0 0,0 4 0,1-5 0,-1-2 0</inkml:trace>
  <inkml:trace contextRef="#ctx0" brushRef="#br0" timeOffset="382">11 50 20615,'-1'7'9830,"-3"-3"-9250,3-3 1,-3-1-1,8 0 1,5 0-581,6 0 0,4 0 0,6-1 0,-1-2 0,0-1 0,5-4 0,-1 2 0,-1 1 0,-1-1 0,-1-2 0,-2 4 0,-3 1 0,3-4 0,-4 0 0</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31:13.419"/>
    </inkml:context>
    <inkml:brush xml:id="br0">
      <inkml:brushProperty name="width" value="0.035" units="cm"/>
      <inkml:brushProperty name="height" value="0.035" units="cm"/>
    </inkml:brush>
  </inkml:definitions>
  <inkml:trace contextRef="#ctx0" brushRef="#br0">14 486 29034,'-4'5'933,"3"-1"0,-3-8 0,5-2 1,2-3-934,3 0 0,3-5 0,0-1 0,0-3 0,1 0 0,2-1 0,1 0 0,1 0 0,-1-3 0,3 2 0,-4-2 0,1 4 0,0 2 0,-5-1 0,1 5 0,-2 0 0,3 2 0</inkml:trace>
  <inkml:trace contextRef="#ctx0" brushRef="#br0" timeOffset="235">257 486 20060,'-4'-10'3276,"0"4"1,-4 0 0,2 0-2558,-1 0 0,-1-2 0,-2 1 1,1-3-720,0-3 0,-4-4 0,0 2 0,-2-3 0,-2 0 0,3-1 0,-2 0 0,0 1 0,-2-1 0,4 1 0,1 4 0,3 3 0,1 4 0,-1 5 0,1-1 0,5 2 0,4 1 0,8 4 0,7 1 0</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31:15.802"/>
    </inkml:context>
    <inkml:brush xml:id="br0">
      <inkml:brushProperty name="width" value="0.035" units="cm"/>
      <inkml:brushProperty name="height" value="0.035" units="cm"/>
    </inkml:brush>
  </inkml:definitions>
  <inkml:trace contextRef="#ctx0" brushRef="#br0">122 1008 20632,'-1'7'4915,"-2"-1"0,1-4-4147,-5 1 0,5-3 1,-1-3-769,2-3 0,1-7 0,0-2 0,0-3 0,0-1 0,0-2 0,0-2 0,-1-1 0,-2-2 0,2-1 0,-3-1 0,1-1 0,0-2 0,-2 2 0,3-3 0,-2 1 0,-1 0 0,2-4 0,-2 4 0,0 0 0,-1-1 0,3 2 0,-2-3 0,1 0 0,2 3 0,-2 2 0,0 2 0,-1 3 0,1 0 0,1 2 0,2 5 0,-2 4 0,1 3 0,-4 2 0,4 3 0,-2 5 0,4 2 0,0-1 0,1 2 0,2-4 0,3 0 0,2-4 0,2-2 0,0 0 0,2 0 0,4 0 0,5-4 0,1 1 0,2 0 0,1-1 0,3 2 0,0 1 0,0 1 0,-3 0 0,-2 0 0,-2 3 0,-4 2 0,-3 1 0,1 0 0,-3 8 0,1 3 0</inkml:trace>
  <inkml:trace contextRef="#ctx0" brushRef="#br0" timeOffset="298">38 607 20573,'6'0'2457,"0"0"1,4-4-1,3-2 1,3-3-1867,3 0 0,4 0 0,5-1 0,1 1-591,2 0 0,-2-1 0,3 1 0,-3 1 0,-1 2 0,0-3 0,0 4 0</inkml:trace>
  <inkml:trace contextRef="#ctx0" brushRef="#br0" timeOffset="899">887 168 20573,'-3'-6'2293,"0"0"0,-3 3 0,2-3 0,-1-1-1538,-3 2 1,0-3-1,-1 2 1,-2-3-756,-1 0 0,-3 0 0,-3 0 0,-1 2 0,0 1 0,0 4 0,-2-1 0,-1 3 0,1 3 0,2 6 0,1 8 0,1 4 0,2 8 0,8 7 0,0 8 0,7 6 0,7 6 0,4 10 0,11 6 0,4 3 0,4-2 0,0-9 0,3-5 0,0-9 0,0-9 0,-4-11 0,-1-14 0,-4-9 0,-1-5 0,-3-6 0,1-3 0,-5-5 0,-3-3 0,-6-4 0,-2-3 0,0-3 0,0-2 0,-2-4 0,0-1 0,-3 0 0,-3 0 0,-2-3 0,-2 0 0,0-1 0,-3-1 0,-1 2 0,-4 2 0,-2 0 0,-1 0 0,0 3 0,-1 0 0,0 4 0,1 4 0,-1 2 0,0 2 0,1 3 0,-1 2 0</inkml:trace>
  <inkml:trace contextRef="#ctx0" brushRef="#br0" timeOffset="1449">1065 0 32767,'-5'4'0,"1"3"0,4 2 0,4 3 0,4 7 0,5 6 0,2 3 0,1 3 0,2 3 0,1 7 0,0 3 0,3 5 0,-2 0 0,2 3 0,-3 0 0,0 0 0,1 1 0,0 4 0,-1-2 0,-1-6 0,-5-9 0,2-11 0,-2-7 0,-1-6 0,-2-6 0,-1-3 0,1-5 0,-1-4 0,-3 0 0,1-5 0,0 0 0,1-1 0,-2-6 0,1-2 0,0-5 0,1-4 0,0-6 0,0-3 0,-2-4 0,1-2 0,-2-3 0,2-3 0,-1-1 0,-1 0 0,2 1 0,-3 0 0,1 1 0,-1 2 0,0 8 0,-2 0 0,1 6 0,-1 4 0,-1 3 0,-1 4 0,0 2 0,-4 7 0,-1 5 0</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31:18.383"/>
    </inkml:context>
    <inkml:brush xml:id="br0">
      <inkml:brushProperty name="width" value="0.035" units="cm"/>
      <inkml:brushProperty name="height" value="0.035" units="cm"/>
    </inkml:brush>
  </inkml:definitions>
  <inkml:trace contextRef="#ctx0" brushRef="#br0">1 19 20333,'0'6'2457,"0"1"1,1-5-1,2 1 1,4-3-1807,5-3 0,-1 1 0,4-4 0,-1 1-651,1 0 0,0 2 0,4-2 0,-1 1 0,-3 1 0,3 2 0,-4 1 0,1 0 0,-3 0 0,3 0 0,-1 0 0</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31:18.716"/>
    </inkml:context>
    <inkml:brush xml:id="br0">
      <inkml:brushProperty name="width" value="0.035" units="cm"/>
      <inkml:brushProperty name="height" value="0.035" units="cm"/>
    </inkml:brush>
  </inkml:definitions>
  <inkml:trace contextRef="#ctx0" brushRef="#br0">0 19 32767,'1'5'0,"2"-2"0,6-2 0,3-1 0,1 0 0,0 0 0,-2-1 0,5-1 0,1-2 0,0-1 0,2 3 0,-1-1 0,-3 2 0,3-3 0,-4-2 0</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37:14.362"/>
    </inkml:context>
    <inkml:brush xml:id="br0">
      <inkml:brushProperty name="width" value="0.05" units="cm"/>
      <inkml:brushProperty name="height" value="0.05" units="cm"/>
      <inkml:brushProperty name="color" value="#008C3A"/>
    </inkml:brush>
  </inkml:definitions>
  <inkml:trace contextRef="#ctx0" brushRef="#br0">102 685 20722,'-6'0'9830,"-3"0"-8723,8 0 1,-3-1-1108,4-3 0,0 3 0,0-2 0,0 6 0,0-1 0,0 5 0,3-3 0,0 2 0,5-3 0,-1 0 0,-1-2 0,1-1 0,-5-1 0,1-2 0,3 2 0,-5-4 0,3 2 0,-8-1 0,2 1 0,-5 3 0,4-4 0,-4 1 0,0-5 0,-3 2 0</inkml:trace>
  <inkml:trace contextRef="#ctx0" brushRef="#br0" timeOffset="634">102 460 20722,'0'-7'4915,"0"1"0,0 2-3808,0-3 1,-1 4-1108,-2-4 0,1 4 0,-1-4 0,2-1 0,1-1 0,0-1 0,1 1 0,1 1 0,2 1 0,0 0 0,-1-3 0,0 0 0,0 3 0,-2 1 0,2 0 0,0 1 0,1 1 0,-3-1 0,2 0 0,-2 1 0,3 0 0,-2 3 0,1-2 0,0 2 0,3 1 0,-2 0 0,3 0 0,-4-4 0,4 1 0,-4-1 0,3 3 0,-2-2 0,3 1 0,-2-4 0,-1 0 0,1 1 0,3-2 0,-3-3 0,1-1 0,2 1 0,-3 0 0,-1 0 0,1-1 0,1 1 0,-2 0 0,-1 0 0,2 0 0,-4-1 0,2 1 0,-2 0 0,-1 0 0,0 0 0,0-1 0,0 1 0,0 0 0,-1 0 0,-2 0 0,-4 0 0,-2 4 0,1-3 0,-1 3 0,-2 0 0,-1 3 0,-2 2 0,-1 1 0,0 0 0,0 0 0,-3 1 0,2 1 0,-1 3 0,0 0 0,5 2 0,-2 2 0,3-1 0,1-1 0,3-5 0,0 2 0,0-3 0,-3-1 0</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37:19.160"/>
    </inkml:context>
    <inkml:brush xml:id="br0">
      <inkml:brushProperty name="width" value="0.05" units="cm"/>
      <inkml:brushProperty name="height" value="0.05" units="cm"/>
      <inkml:brushProperty name="color" value="#008C3A"/>
    </inkml:brush>
  </inkml:definitions>
  <inkml:trace contextRef="#ctx0" brushRef="#br0">102 573 32767,'-6'0'0,"2"0"0,4 0 0,0-5 0,0 4 0,0-4 0</inkml:trace>
  <inkml:trace contextRef="#ctx0" brushRef="#br0" timeOffset="565">123 368 32767,'-6'0'0,"1"-4"0,5 3 0,0-5 0,0 3 0,0 0 0,0-3 0,0-2 0,4 2 0,0-1 0,1-1 0,-1-1 0,1-2 0,-2-2 0,3 0 0,0 0 0,2-1 0,-4 0 0,1 1 0,-1 2 0,1 1 0,-3 0 0,1-1 0,0 1 0,-2 0 0,-1 0 0,1 0 0,2-1 0,-1 1 0,1 0 0,-2 0 0,-1 0 0,0-1 0,0 1 0,-1 0 0,-2 0 0,-4 0 0,2 3 0,1 1 0,-1 1 0,-2 3 0,-2-2 0,-1 0 0,0 2 0,0 1 0,-1 1 0,0 0 0,-1 1 0,-2 2 0,-3 0 0,3 2 0,2 0 0,0-3 0,2 4 0,5-5 0,0 4 0,5-5 0</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37:22.210"/>
    </inkml:context>
    <inkml:brush xml:id="br0">
      <inkml:brushProperty name="width" value="0.035" units="cm"/>
      <inkml:brushProperty name="height" value="0.035" units="cm"/>
    </inkml:brush>
  </inkml:definitions>
  <inkml:trace contextRef="#ctx0" brushRef="#br0">1 123 32767,'0'7'0,"1"-2"0,2 0 0,-1-2 0,5-3 0,1 0 0,1 0 0,1 0 0,1 0 0,-1 0 0,0 1 0,0 2 0,0 0 0,1 0 0,-1 2 0,0 1 0</inkml:trace>
  <inkml:trace contextRef="#ctx0" brushRef="#br0" timeOffset="448">31 0 32767,'-4'6'0,"3"-1"0,-9-5 0,9 0 0,-3 0 0,4 1 0,1 1 0,2 1 0,4 0 0,-1-2 0,2-1 0,2 0 0,2 0 0,2 0 0,-4 0 0,0 0 0,1 0 0,3 4 0,2 2 0</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37:55.305"/>
    </inkml:context>
    <inkml:brush xml:id="br0">
      <inkml:brushProperty name="width" value="0.035" units="cm"/>
      <inkml:brushProperty name="height" value="0.035" units="cm"/>
    </inkml:brush>
  </inkml:definitions>
  <inkml:trace contextRef="#ctx0" brushRef="#br0">334 309 32767,'-6'0'0,"1"2"0,1 0 0,3 1 0,-2-2 0,0 1 0,1 1 0,-2-3 0,3 0 0,-2 0 0,3 0 0</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38:05.507"/>
    </inkml:context>
    <inkml:brush xml:id="br0">
      <inkml:brushProperty name="width" value="0.035" units="cm"/>
      <inkml:brushProperty name="height" value="0.035" units="cm"/>
    </inkml:brush>
  </inkml:definitions>
  <inkml:trace contextRef="#ctx0" brushRef="#br0">27 109 20816,'-7'0'9830,"0"0"-7709,0 0-2121,3 0 0,2 0 0,4 0 0,0 0 0,3 0 0,-1 0 0,3 0 0,0-3 0,0 2 0,-1-1 0,1 1 0,0 1 0,1 0 0,0 0 0,1-2 0,-1 0 0,1 0 0,-1 1 0,1-1 0,0 0 0,-2 0 0,0 2 0,0 0 0,0 0 0,-1 0 0,1 0 0,0 0 0,-2 0 0,-2 1 0,0 1 0,0-1 0,-3 4 0,0 0 0,-3 1 0,-2 1 0,-1 0 0,2-1 0,-1-1 0,0 0 0,-1 0 0,1-1 0,0 1 0,0 0 0,1-1 0,0 0 0,0-2 0,-1 3 0,2-3 0,3 3 0,1-3 0,1 3 0,2-4 0,2 2 0,0-1 0,-2 1 0,1-1 0,2-1 0,-1 0 0,1 2 0,-1 0 0,0-2 0,-2 2 0,1 1 0,-1-3 0,0 2 0,0 1 0,0 0 0,-3 0 0,1 0 0,-1 2 0,-1 0 0,0 1 0,0-1 0,0 1 0,-1 0 0,-1 0 0,-2 0 0,-2 0 0,0-1 0,0 1 0,-1-1 0,-1-1 0,0 1 0,-1-2 0,0 0 0,1 1 0,-2-4 0,1 2 0,1-3 0,0 0 0,1 0 0,0 0 0,4 0 0,-4-3 0,4 0 0</inkml:trace>
  <inkml:trace contextRef="#ctx0" brushRef="#br0" timeOffset="284">313 294 20816,'-4'0'4915,"-1"0"0,3 0-4385,-3 0 0,4-3 0,-2-1 1</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38:17.488"/>
    </inkml:context>
    <inkml:brush xml:id="br0">
      <inkml:brushProperty name="width" value="0.035" units="cm"/>
      <inkml:brushProperty name="height" value="0.035" units="cm"/>
    </inkml:brush>
  </inkml:definitions>
  <inkml:trace contextRef="#ctx0" brushRef="#br0">103 0 32767,'4'0'0,"-2"0"0,1 0 0,-2 0 0,2 0 0,-3 0 0,-3 0 0,1 0 0,-2 0 0,-1 0 0,0 0 0,-2 0 0,1 0 0,-1 0 0,1 1 0,-1 0 0,1 1 0,0 0 0,-1-1 0,1 1 0,-1 0 0,1 2 0,0 1 0,1-2 0,2 0 0,0 0 0,0-1 0,2 3 0,-2 0 0,1-1 0,2 2 0,0 1 0,0-1 0,0-2 0,0 1 0,0-3 0,0 2 0,1-2 0,1 0 0,-1 1 0,2-2 0,0 1 0,-2-1 0,3 0 0,-2 1 0,1-2 0,-1 3 0,0-3 0,2 0 0,0 0 0,3 0 0,-1 0 0,-2 2 0,1 1 0,0-2 0,0 2 0,2-1 0,-1-1 0,1 2 0,-1 0 0,1 1 0,-3-3 0,-1 2 0,1-1 0,-1 0 0,0 2 0,0-1 0,0 1 0,1-2 0,-2 2 0,1-2 0,-1 3 0,-1-1 0,1 2 0,-1 1 0,-2-2 0,-1 0 0,1 0 0,-1-1 0,-1 0 0,1 1 0,-2-3 0,1 1 0,0 1 0,-2-1 0,1-1 0,0 1 0,-1 0 0,-1-2 0,0 3 0,-1-2 0,1 0 0,-1-1 0,1-1 0,0 0 0,-1 2 0,1-1 0,-1 1 0,1-1 0,2-2 0,2-1 0,2-2 0,0 1 0,-3-3 0,-1 3 0</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38:38.902"/>
    </inkml:context>
    <inkml:brush xml:id="br0">
      <inkml:brushProperty name="width" value="0.035" units="cm"/>
      <inkml:brushProperty name="height" value="0.035" units="cm"/>
    </inkml:brush>
  </inkml:definitions>
  <inkml:trace contextRef="#ctx0" brushRef="#br0">1 109 20622,'4'-4'3276,"0"0"1,0 2 0,1-2-2699,-1 1 1,1-1 0,1 2 0,0 0-579,1 2 0,-1-3 0,1 1 0,-1 1 0,0 0 0,3 0 0,0 0 0,-1-1 0,1 0 0,-1 2 0,0 0 0,-1 0 0,0 0 0,-1 0 0,0 0 0,1 0 0,-1 3 0,-1-3 0,-2 3 0,0 0 0,-1 1 0,-2 2 0,0 0 0,-2 1 0,-1-1 0,0 1 0,-2-1 0,-3 0 0,-2 2 0,1-1 0,0 2 0,0 0 0,1-3 0,-1 0 0,1 1 0,1-3 0,1 0 0,0-1 0,2 1 0,-2-3 0,5 2 0,-1-3 0,4 0 0,2 0 0,2 0 0,1 1 0,-1 1 0,1-1 0,-1 3 0,1-1 0,-1 1 0,0-2 0,1 2 0,-1 1 0,1-2 0,-1 3 0,0-2 0,1 2 0,-1 0 0,-1 1 0,-2-1 0,0 1 0,-2-1 0,0 0 0,-1 1 0,0-1 0,0 1 0,-3-1 0,-1 0 0,-2 1 0,-3-1 0,1 1 0,-2-1 0,0 0 0,0-2 0,0 4 0,-3-2 0,2 1 0,0-2 0,3 0 0,0-1 0,1 0 0,0-2 0,1-2 0,2-2 0,2-3 0,7-3 0,2-2 0</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38:45.154"/>
    </inkml:context>
    <inkml:brush xml:id="br0">
      <inkml:brushProperty name="width" value="0.035" units="cm"/>
      <inkml:brushProperty name="height" value="0.035" units="cm"/>
    </inkml:brush>
  </inkml:definitions>
  <inkml:trace contextRef="#ctx0" brushRef="#br0">154 7 23731,'7'0'9036,"-3"0"-9036,0 0 0,-2 0 0,3 0 0,-4 0 0,2 0 0,-3 0 0,-3 0 0,2 0 0,-4 0 0,3 0 0,-2 0 0,0-1 0,-1 0 0,1-1 0,0-1 0,-3 3 0,1 0 0,2 0 0,-1 0 0,0 0 0,0 0 0,-2 0 0,1 1 0,-1 1 0,1 3 0,0-2 0,-1 1 0,1 1 0,-1 1 0,0 0 0,-1 1 0,0 0 0,0 2 0,3-2 0,1 1 0,-1-1 0,2 0 0,-1-2 0,3 0 0,-1 0 0,0 0 0,2-2 0,0 2 0,0 0 0,0-2 0,0 1 0,0 0 0,2 0 0,2 1 0,2-3 0,1 0 0,-1 1 0,1-1 0,-1-1 0,0 2 0,1-1 0,-1 0 0,1 0 0,-1 1 0,1 1 0,-3-3 0,0 2 0,1 0 0,1 0 0,0 2 0,1-1 0,-2-2 0,0 2 0,-1-1 0,-1 1 0,2 0 0,-1 3 0,1-1 0,-1 0 0,-2 1 0,1-1 0,-1 1 0,0-1 0,-1 1 0,-1-1 0,-1 0 0,-1 1 0,0-2 0,-1 0 0,-1 0 0,1 0 0,0-2 0,0 2 0,-1-1 0,1-1 0,-2 2 0,-1-2 0,0 1 0,-1-3 0,2 2 0,0-1 0,0 0 0,1 1 0,-3-3 0,-1 0 0,-1 0 0,1 0 0,1 0 0,1 0 0,0 0 0,-1-3 0,2 1 0,0-1 0,0 0 0,3 0 0,-2 1 0,2-2 0,-3 1 0,1 0 0</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38:46.239"/>
    </inkml:context>
    <inkml:brush xml:id="br0">
      <inkml:brushProperty name="width" value="0.035" units="cm"/>
      <inkml:brushProperty name="height" value="0.035" units="cm"/>
    </inkml:brush>
  </inkml:definitions>
  <inkml:trace contextRef="#ctx0" brushRef="#br0">0 215 28781,'4'6'3986,"1"-2"-3986,-4 2 0,2-5 0,-3 2 0,0-6 0,0-2 0,0 0 0,0-2 0,0 1 0,0-1 0,0-2 0,0 1 0,0-2 0,0 0 0,0 0 0,0 1 0,0-4 0,0 1 0,0-1 0,0-2 0,0 3 0,0-1 0,0 0 0,0 2 0,0 1 0,0 1 0,0 1 0,0 1 0,0 1 0,0 2 0,-3 4 0,-1 4 0</inkml:trace>
  <inkml:trace contextRef="#ctx0" brushRef="#br0" timeOffset="531">128 55 32767,'0'-4'0,"1"0"0,1 1 0,0 1 0,2 2 0,-2-2 0,2 0 0,1 0 0,1 2 0,-2-2 0,1-1 0,0 2 0,0 0 0,2 1 0,1 0 0,1 0 0,-1-3 0,-1 3 0,1-2 0,1 1 0,-1 1 0,1 0 0,-1 0 0,0 0 0,-1 0 0,0 0 0,-1 0 0,1 0 0,-1 0 0,-2 2 0,0 1 0,-1 0 0,-1 0 0,-2 1 0,0 1 0,0 1 0,-1 0 0,-1 0 0,-2 1 0,-2-1 0,0 1 0,-1-1 0,1 0 0,-3 4 0,1 0 0,-1 0 0,0 1 0,0 0 0,-3 2 0,2-1 0,1 1 0,-2-2 0,3-1 0,0-1 0,1-1 0,3 1 0,2 0 0,3-1 0,2-4 0,5-2 0,1-1 0,1-3 0,4-1 0,0 0 0,1 0 0,2-2 0,-1 1 0,0-1 0,2 1 0,0-1 0,0 2 0,-2 0 0,-3 0 0,1 1 0,-6 2 0,0 0 0,-1 0 0,-3 3 0,-1 0 0,-3 4 0</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39:07.369"/>
    </inkml:context>
    <inkml:brush xml:id="br0">
      <inkml:brushProperty name="width" value="0.035" units="cm"/>
      <inkml:brushProperty name="height" value="0.035" units="cm"/>
    </inkml:brush>
  </inkml:definitions>
  <inkml:trace contextRef="#ctx0" brushRef="#br0">7 1021 27876,'-1'5'4891,"-1"0"-4891,2-2 0,-3-5 0,3-2 0,0-5 0,0-2 0,0-5 0,0-4 0,0-3 0,0-4 0,0-3 0,0-5 0,0-3 0,3-2 0,-2-5 0,3 3 0,-2 0 0,0 2 0,1 5 0,-1 0 0,-1 4 0,0 3 0,1 6 0,0 7 0,0 2 0,-2 3 0,0 0 0,0 4 0,-2 0 0,-3 2 0,0 1 0,-2 3 0</inkml:trace>
  <inkml:trace contextRef="#ctx0" brushRef="#br0" timeOffset="900">463 405 32767,'-6'1'0,"1"0"0,1 2 0,-1 1 0,-3 0 0,-1 3 0,-1 2 0,-2 4 0,-2 3 0,-2 7 0,0 2 0,-2 4 0,0 5 0,1 0 0,3 0 0,2-2 0,1 0 0,3-2 0,2-1 0,1-3 0,3-1 0,0-7 0,2 0 0,0-1 0,2-1 0,0 1 0,2-2 0,1-1 0,1-4 0,1-1 0,1-1 0,0-2 0,4 2 0,-1-6 0,3-1 0,1 0 0,0-1 0,-3-1 0,1-1 0,0-2 0,0-3 0,0 0 0,-1-3 0,-2 0 0,0 2 0,-4-3 0,1 0 0,-1 1 0,-2-2 0,-2 2 0,1 0 0,-1 2 0,0 1 0,-3 0 0,0 1 0,-1-1 0,-3 3 0,0 1 0,0 0 0,-2 1 0,-1 2 0,-2 0 0,1 2 0,0 3 0,-3 1 0,2 2 0,-2 1 0,-1 1 0,2-2 0,1 1 0,1 0 0,1-1 0,2 1 0,1-3 0,2-2 0,3-1 0,0-3 0</inkml:trace>
  <inkml:trace contextRef="#ctx0" brushRef="#br0" timeOffset="1315">745 860 32767,'0'0'0</inkml:trace>
  <inkml:trace contextRef="#ctx0" brushRef="#br0" timeOffset="1933">956 354 20084,'-3'3'3276,"1"0"1,4-3 0,2 0-2564,2 0 0,0-1 0,1 0 1,1-2-714,1 0 0,2 0 0,0-1 0,2 0 0,2 0 0,-2-1 0,3 1 0,-1 0 0,0 0 0,1 1 0,-2 0 0,1 0 0,-1 2 0,1-2 0,-2 1 0,-3 0 0,-2 1 0,-2 4 0,0-1 0,-2 3 0,-2 2 0,-1 0 0,-1 4 0,-1 0 0,-1 1 0,-2 3 0,-3 1 0,-1 0 0,0 2 0,-3-2 0,0 2 0,-1 1 0,-1 2 0,0 1 0,0-1 0,0 1 0,1 1 0,-3 0 0,2 0 0,1-1 0,0 0 0,0-2 0,1-1 0,1-1 0,3-3 0,0 0 0,5-5 0,1-1 0,0-2 0,1-1 0,3-1 0,1-2 0,3 0 0,1-2 0,1 2 0,3-1 0,2 0 0,2-1 0,1-1 0,3 0 0,0 0 0,2 0 0,1-1 0,-1-1 0,-2 0 0,0 1 0,-3 0 0,-3 1 0,-3 0 0,-2 0 0,1 0 0,0 0 0</inkml:trace>
  <inkml:trace contextRef="#ctx0" brushRef="#br0" timeOffset="2749">1675 33 20084,'0'-4'2470,"0"-1"0,-2 3 1,-1-1-714,-1 0 0,0 1 1,-2 2-1758,-1 0 0,1 3 0,-1 1 0,0 2 0,-1 0 0,1 3 0,-2 2 0,3 1 0,1 1 0,0-2 0,3-1 0,1 2 0,0 0 0,2-1 0,1-2 0,3 1 0,3-2 0,2-3 0,3-2 0,-1 0 0,1-2 0,-2-1 0,0-1 0,-1-2 0,0 0 0,2-2 0,-5-1 0,0-1 0,-2-2 0,-2 1 0,2-2 0,-3 0 0,-1 0 0,-1 2 0,0-2 0,-1 1 0,-1 1 0,-2-1 0,-2 0 0,-1 1 0,1 1 0,-1 1 0,-2-1 0,-1 1 0,0-1 0,1 1 0</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39:13.319"/>
    </inkml:context>
    <inkml:brush xml:id="br0">
      <inkml:brushProperty name="width" value="0.035" units="cm"/>
      <inkml:brushProperty name="height" value="0.035" units="cm"/>
    </inkml:brush>
  </inkml:definitions>
  <inkml:trace contextRef="#ctx0" brushRef="#br0">0 732 32767,'1'-8'0,"0"-3"0,1-4 0,3-4 0,-1-5 0,0-3 0,0-4 0,1-4 0,2-2 0,0-2 0,-1-2 0,2 1 0,-4 4 0,0 2 0,0 1 0,-2-1 0,0 2 0,-1 4 0,-1 3 0,-1 1 0,0 4 0,-2 3 0,2 3 0,3 3 0,2 7 0,2 1 0</inkml:trace>
  <inkml:trace contextRef="#ctx0" brushRef="#br0" timeOffset="983">674 135 20084,'-3'-3'9830,"1"-1"-8404,-2 2 1,0-2-1427,0-2 0,-1-1 0,1 1 0,0 0 0,-1 1 0,0 1 0,0-1 0,-2 2 0,-1 1 0,-2 1 0,0 1 0,2 3 0,-3 2 0,0 3 0,-1 3 0,-2 4 0,1 3 0,-2 2 0,1 4 0,2 4 0,-3 4 0,2 4 0,0 2 0,0 2 0,0 1 0,1 0 0,1 0 0,0-3 0,2 1 0,2-4 0,2-2 0,2-4 0,3-2 0,0-4 0,0-3 0,3-5 0,1-4 0,3-3 0,1-3 0,2 0 0,3-3 0,0-1 0,0-3 0,2-1 0,0-4 0,-1 0 0,0-1 0,1 0 0,0-3 0,-1-1 0,-1-2 0,0 0 0,-1-2 0,0 2 0,-2-1 0,-2 0 0,1 2 0,-3 1 0,-2 1 0,-1 0 0,-3 2 0,0 1 0,-5 2 0,-2 1 0,-2 3 0,-2 2 0,-4 0 0,0 2 0,-2 3 0,-1 3 0,1 2 0,-1 3 0,3 0 0,-1 0 0,3 2 0,0 2 0,3-1 0,3-1 0,2-4 0,5-3 0,2 0 0,2-2 0</inkml:trace>
  <inkml:trace contextRef="#ctx0" brushRef="#br0" timeOffset="1467">943 616 20258,'-4'2'3276,"-1"0"1,2 3 0,-2 0-1938,1 0 1,2 0-1340,0-1 0,1-3 0,2 2 0,1-6 0,-1 2 0,2-3 0,-1 1 0,0-1 0,1 3 0,-2-2 0,1 0 0,1 2 0,-4-1 0,-1 2 0,1 0 0,-2 0 0,3-6 0,0-1 0</inkml:trace>
  <inkml:trace contextRef="#ctx0" brushRef="#br0" timeOffset="2315">1264 148 20239,'-4'-3'7968,"1"2"-5688,0-4 0,3 3-2280,-2-2 0,4 0 0,2-1 0,2 1 0,3-1 0,1-1 0,3 0 0,2 0 0,3-1 0,1-1 0,2-2 0,3 1 0,3 0 0,2-2 0,2 3 0,-2 0 0,-1 1 0,-1 1 0,-4 1 0,0 1 0,-3 2 0,-2-1 0,-1 3 0,-2 1 0,-2 1 0,-3 2 0,-1 2 0,-3 1 0,-1-1 0,0 3 0,-3 2 0,-1 1 0,-3 1 0,-3 1 0,-3 1 0,-2 4 0,-3 4 0,-2 0 0,-2 1 0,-2 2 0,0 1 0,-4 4 0,-1-2 0,-3 1 0,0 0 0,2 0 0,-2 2 0,0 0 0,-1 0 0,4-4 0,1-2 0,3-5 0,3-3 0,3-2 0,4-3 0,2-1 0,2-1 0,2-2 0,4-3 0,1 0 0,1-2 0,3-2 0,3-1 0,3 1 0,4 0 0,5 0 0,2-2 0,4 0 0,3-2 0,3-3 0,3 0 0,1 0 0,0 1 0,1-1 0,-2-1 0,3 0 0,1 0 0,3-1 0</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39:48.283"/>
    </inkml:context>
    <inkml:brush xml:id="br0">
      <inkml:brushProperty name="width" value="0.035" units="cm"/>
      <inkml:brushProperty name="height" value="0.035" units="cm"/>
    </inkml:brush>
  </inkml:definitions>
  <inkml:trace contextRef="#ctx0" brushRef="#br0">26 58 32767,'6'0'0,"3"0"0,0 0 0,1-1 0,1-1 0,4 1 0,3-4 0,2 0 0,1 0 0,7-2 0,-1 2 0,4 0 0,1 0 0,2 2 0,1-2 0,0 1 0,0 1 0,-4 1 0,-3 2 0,-2 0 0,-3 0 0,2 3 0,-5 1 0,-1 2 0,-4 0 0,-2 2 0,-2 0 0,-2 2 0,1 0 0,-6 2 0,0-2 0,-2 1 0,-2 0 0,-1 0 0,-1 3 0,-3 2 0,-3 0 0,-3 1 0,-4 3 0,-3 1 0,-2 0 0,-3 4 0,-3-2 0,-2 3 0,-2 2 0,-2-1 0,-2 5 0,-1 0 0,0-2 0,-2 2 0,-1-2 0,0 2 0,2 0 0,4-3 0,5-2 0,2-3 0,4-2 0,2-2 0,2-2 0,3-1 0,5-2 0,3-4 0,7-2 0,2-2 0,3-1 0,7 0 0,6-1 0,5-2 0,3 0 0,6-1 0,5-2 0,4-3 0,2-1 0,4-2 0,2-3 0,3-1 0,5-3 0,-5 1 0,0 1 0,-2 1 0,-3 1 0,-3-3 0,-6 2 0,-4-3 0</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39:52.033"/>
    </inkml:context>
    <inkml:brush xml:id="br0">
      <inkml:brushProperty name="width" value="0.035" units="cm"/>
      <inkml:brushProperty name="height" value="0.035" units="cm"/>
    </inkml:brush>
  </inkml:definitions>
  <inkml:trace contextRef="#ctx0" brushRef="#br0">17 122 20004,'-4'4'4915,"0"1"0,2-3-1982,-3 2-2933,4-2 0,1 0 0,4-4 0,3-1 0,1 0 0,2-2 0,3-3 0,0-1 0,0 2 0,1-1 0,2 0 0,1-1 0,3-1 0,0 2 0,3-1 0,0 3 0,0 2 0,-2-1 0,1 3 0,-2 0 0,-4 1 0,-2 3 0,-3 1 0,-3 4 0,-1 3 0,-3-2 0,-2 3 0,-1 0 0,-1 2 0,-1 0 0,-1 1 0,-3 0 0,-3 0 0,0-2 0,-2 4 0,-3 0 0,-1 1 0,0-1 0,-3 0 0,-1 1 0,-1-1 0,2 1 0,-1 2 0,-1-2 0,1-2 0,4-2 0,-1-3 0,4-1 0,2-2 0,2-3 0,4-1 0,3-4 0,4-1 0,2 0 0,1 0 0,2 2 0,3 0 0,2 0 0,4 0 0,-1 0 0,2 1 0,0 1 0,1-1 0,1 3 0,0 0 0,0-1 0,-2 1 0,-1 4 0,-1-1 0,1 2 0,-3 2 0,-2 1 0,-2 1 0,-2 2 0,0 3 0,-4-1 0,0 2 0,-3 0 0,-1 2 0,-2 1 0,-2 1 0,-3 1 0,-2 1 0,-2-2 0,0-1 0,0 0 0,-1-3 0,-3 1 0,-2-2 0,0-2 0,0-2 0,-2-4 0,-3-1 0,-1-2 0,0-1 0,-1-3 0,-1-3 0,-1-3 0,0-6 0,1-2 0,3-3 0,1-1 0,4-3 0,1-1 0,4-2 0,4-3 0,5 1 0</inkml:trace>
  <inkml:trace contextRef="#ctx0" brushRef="#br0" timeOffset="1383">588 13 27173,'0'4'5594,"0"1"-5594,0-4 0,0 2 0,0-2 0,0 1 0,0-1 0,0 4 0,0-1 0,0 2 0,0 1 0,0-1 0,0 1 0,0 1 0,0 1 0,0 0 0,1-1 0,0 3 0,1 1 0,0 1 0,-2 0 0,0 0 0,0-1 0,3 1 0,-1-1 0,0 0 0,1-1 0,-3-3 0,3 2 0,-1-1 0,1-1 0,2-1 0,-2-2 0,1-2 0,1 0 0,-1 0 0,2-2 0,1 1 0,-1 0 0,1-1 0,-1-2 0,0-1 0,1 1 0,-1-2 0,1 1 0,-1 0 0,1-2 0,1 1 0,1 0 0,-2 0 0,1 0 0,0 2 0,1-2 0,-1-1 0,-1 3 0,1-2 0,1 1 0,-1 0 0,-1-3 0,-1 3 0,1-2 0,-1 2 0,0-2 0,1 2 0,-3-3 0,0 2 0,-1 0 0,1-2 0,-3 1 0,2 0 0,0-1 0,-2-1 0,1 0 0,1-1 0,-1 1 0,0 2 0,-2 0 0,0-1 0,0-1 0,2-1 0,0 1 0,0 0 0,-2-1 0,0 1 0,0-1 0,0 1 0,0 0 0,0-1 0,0 1 0,0-1 0,0 1 0,0-1 0,0 1 0,0 0 0,0-1 0,0 1 0,-2-1 0,0 1 0,-2 0 0,1 0 0,-1 2 0,3 0 0,-2 3 0,0-2 0,2 1 0,-1 3 0,2 1 0,0 2 0,0 2 0,0 1 0,0-1 0,0 3 0,0 0 0,0 3 0,0 1 0,2 5 0,0-1 0,0 1 0,1 1 0,-2 4 0,1 2 0,-2 3 0,0 1 0,1 5 0,1 4 0,0 6 0,-1 4 0,0-2 0,-1 4 0,0-5 0,0-2 0,0 1 0,0-3 0,0-1 0,0-6 0,0-4 0,0-5 0,1-2 0,1-4 0,-1-6 0,3-7 0,-1-6 0,0-7 0,0-5 0,2-10 0,-1-4 0</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39:54.180"/>
    </inkml:context>
    <inkml:brush xml:id="br0">
      <inkml:brushProperty name="width" value="0.035" units="cm"/>
      <inkml:brushProperty name="height" value="0.035" units="cm"/>
    </inkml:brush>
  </inkml:definitions>
  <inkml:trace contextRef="#ctx0" brushRef="#br0">7 764 31754,'-2'5'1013,"0"-1"-1013,0 0 0,2 0 0,0-1 0,1-3 0,1 0 0,-2-1 0,3-1 0,0 1 0,-2-2 0,2 3 0,-3 0 0,0-3 0,0 0 0</inkml:trace>
  <inkml:trace contextRef="#ctx0" brushRef="#br0" timeOffset="1450">257 59 32767,'0'-4'0,"0"1"0,0 3 0,0 3 0,0 1 0,0 2 0,0 1 0,0-1 0,1 3 0,1 0 0,0 1 0,-1 1 0,0-1 0,-1 1 0,0 0 0,0 1 0,1 3 0,0-2 0,1-1 0,0 0 0,-2 0 0,1 1 0,0 0 0,2 0 0,1-3 0,-1-1 0,-1-2 0,1 2 0,2-2 0,0 1 0,0-2 0,2-2 0,-1-2 0,1 2 0,-1-2 0,0 0 0,2-1 0,-1-1 0,2 0 0,-1 0 0,-1 0 0,-1 0 0,1 0 0,-1 0 0,1-3 0,-1 1 0,0-1 0,1 0 0,-1 0 0,1 1 0,-1-2 0,0-2 0,1 0 0,-1 1 0,-2 1 0,2 0 0,-3-3 0,1 1 0,1-1 0,-3 3 0,1 0 0,0-1 0,-1-1 0,0 0 0,1-1 0,1 1 0,-3-1 0,1 1 0,-1 0 0,-1-1 0,2 3 0,0 0 0,0-1 0,-1-1 0,-1 0 0,0-2 0,0 1 0,0-2 0,0 0 0,0 0 0,0-1 0,0 0 0,0-1 0,0 2 0,0-1 0,0 1 0,0-2 0,0 3 0,0 0 0,0 1 0,0 0 0,0 1 0,0 0 0,0-1 0,0 3 0,0 0 0,-1 0 0,-1 0 0,1 1 0,-2 3 0,3 1 0,0 1 0,0-1 0,0 4 0,0 0 0,0 0 0,0 2 0,0 2 0,0-1 0,0 2 0,0 2 0,0 0 0,2 1 0,0 0 0,0 2 0,-1 2 0,-1 3 0,0 0 0,0 2 0,2 1 0,-1 3 0,1 2 0,-1-1 0,-1-1 0,0 2 0,0 1 0,0 1 0,0 1 0,0 1 0,0-2 0,0 2 0,0 0 0,0 0 0,0 0 0,0-1 0,0-1 0,0 1 0,0-3 0,0-1 0,0-1 0,0-4 0,0-2 0,0-6 0,0-2 0,0 0 0,0-8 0,0-3 0,0-6 0,0-2 0,0-4 0,0 0 0,-6-4 0,-1-2 0</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45:07.345"/>
    </inkml:context>
    <inkml:brush xml:id="br0">
      <inkml:brushProperty name="width" value="0.035" units="cm"/>
      <inkml:brushProperty name="height" value="0.035" units="cm"/>
    </inkml:brush>
  </inkml:definitions>
  <inkml:trace contextRef="#ctx0" brushRef="#br0">25 566 32767,'0'-12'0,"0"0"0,0 0 0,0 1 0,0-7 0,0-1 0,0-4 0,0-1 0,0-4 0,0-1 0,0-1 0,0-3 0,0-1 0,0-2 0,0 0 0,0 0 0,0 2 0,-2 2 0,0 5 0,-2 1 0,-1 8 0,2 2 0,-1 3 0,0 6 0,4 7 0,0 8 0,0 3 0,0 1 0,0 0 0,0-1 0,0 1 0,0 0 0,0 0 0,0 0 0,0 0 0,1-2 0,3-2 0,-2 3 0,2-3 0,-3 3 0,-1 0 0</inkml:trace>
  <inkml:trace contextRef="#ctx0" brushRef="#br0" timeOffset="350">60 304 24055,'0'7'2178,"0"-2"0,2-5 0,2 0 0,4 0-2178,2 0 0,2 0 0,1-1 0,2-2 0,1-1 0,5-4 0,-1 3 0,1-2 0,-1-2 0,2 3 0,-3-2 0,-1-2 0,5 0 0,-5-2 0</inkml:trace>
  <inkml:trace contextRef="#ctx0" brushRef="#br0" timeOffset="613">310 31 32767,'0'12'0,"0"-1"0,0 1 0,0 0 0,0 7 0,0 3 0,0 6 0,0 2 0,0 6 0,0 4 0,0-2 0,0-1 0,0-2 0,0-4 0,0-4 0,0-6 0,6-9 0,0-7 0,6-5 0</inkml:trace>
  <inkml:trace contextRef="#ctx0" brushRef="#br0" timeOffset="1165">703 483 29393,'0'12'1687,"0"-6"0,-5 4-1687,-3-6 0,-3 0 0,-1-4 0,0 0 0,-1 0 0,-1 0 0,-2 0 0,1 0 0,1 0 0,-1-2 0,-1-2 0,2-4 0,1-2 0,1-2 0,1 0 0,3 0 0,-1-1 0,5-2 0,1-2 0,2-1 0,1 2 0,0-3 0,1 1 0,3-1 0,3 5 0,5-4 0,0 4 0,0 2 0,-1-3 0,1 9 0,-1-2 0,-3 0 0,2 5 0,-2-1 0,-2 3 0,-2 6 0,-8 3 0,-4 3 0,-3 1 0,-1 0 0,0 0 0,2-1 0,2 1 0,-3-4 0,3 0 0,-2-5 0,-2 2 0</inkml:trace>
  <inkml:trace contextRef="#ctx0" brushRef="#br0" timeOffset="1465">798 495 20497,'-8'4'9830,"0"0"-7390,6 0-2440,-3-4 0,5-6 0,0-2 0,1-2 0,3-2 0,-3 0 0,4 0 0,-1 0 0,0 0 0,2-1 0,-4-1 0,2-2 0,5-5 0,-2 2 0</inkml:trace>
  <inkml:trace contextRef="#ctx0" brushRef="#br0" timeOffset="1596">834 221 32767,'-12'-7'0,"0"3"0,2 2 0,0-1 0,2-1 0,4-1 0,-2 1 0,1-4 0,1 1 0,4-1 0,0-1 0,0 4 0,-6-6 0,0 5 0</inkml:trace>
  <inkml:trace contextRef="#ctx0" brushRef="#br0" timeOffset="2246">1179 328 32767,'-12'0'0,"0"0"0,0 0 0,1 4 0,-1 0 0,-2 0 0,-1 1 0,1 2 0,-2 5 0,3 0 0,1 0 0,0 1 0,2 1 0,2 2 0,4-1 0,3-6 0,1-1 0,5-5 0,4 1 0,4-4 0,3-4 0,0-3 0,-4-5 0,0 0 0,0 0 0,0 0 0,0 1 0,-2-1 0,-2 0 0,1 4 0,-5 0 0,-1-1 0,2 2 0,-1-1 0,0 7 0,-4 1 0,0 6 0,0 6 0,0 4 0,0 5 0,0 6 0,0-1 0,0 6 0,0 1 0,0 1 0,0 2 0,2 0 0,0-1 0,2 1 0,0-1 0,-4-5 0,-1-5 0,-3-4 0,1-6 0,-5-1 0,-1-3 0,-2-3 0,0-6 0,-1 2 0,-2-2 0,-1-2 0,1-4 0,-2-2 0,3 0 0,1-3 0,0-2 0,1-1 0,-1 0 0,0 0 0,0-4 0,1 1 0,3 0 0,-2-3 0,3-1 0</inkml:trace>
  <inkml:trace contextRef="#ctx0" brushRef="#br0" timeOffset="2848">1393 519 24055,'-10'1'8712,"2"3"-8712,3-3 0,5 3 0,0-8 0,0-4 0,0-2 0,0-2 0,0 0 0,0 0 0,0-5 0,0-3 0,0-3 0,0 0 0,1-2 0,1-2 0,2-1 0,-1 2 0,-2-3 0,-1 0 0,0 0 0,0-1 0,-4 4 0,0 6 0,2 4 0,1 3 0,1 5 0,0 0 0,0 12 0,0 3 0,0 7 0,0 5 0,0 2 0,0 5 0,0 2 0,0-1 0,0-6 0,1-3 0,1 0 0,2-4 0,2 2 0,-4-3 0,2-2 0,-1-1 0,4 0 0,1-2 0,-2-3 0,2-5 0,1 0 0,2-1 0,1-3 0,0-4 0,0 2 0,0 1 0,-1 1 0,1 0 0,-4 0 0,0 4 0,1 0 0,2 0 0,0 5 0,-2 3 0,-1 4 0,1 4 0,-4-1 0,1 4 0,-2 1 0,0-1 0,0 2 0,-3-5 0,3-2 0,-3 0 0,4-8 0,-5 0 0</inkml:trace>
  <inkml:trace contextRef="#ctx0" brushRef="#br0" timeOffset="3332">1869 471 20497,'-1'7'9830,"-3"-3"-9220,3-3 0,-5-6 0,6-3 0,0-3-610,0-1 0,2-1 0,0-3 0,4-4 0,0-2 0,-3-6 0,2-1 0,-1-2 0,0-2 0,0 0 0,-4 0 0,0 3 0,0 1 0,0 6 0,0 7 0,0 3 0,0 1 0,-1 7 0,-3 5 0,3 5 0,-5 13 0,6 0 0</inkml:trace>
  <inkml:trace contextRef="#ctx0" brushRef="#br0" timeOffset="3679">2095 257 32767,'-7'4'0,"-1"0"0,-2-2 0,0 0 0,-2-2 0,-1 0 0,-2 0 0,-1 0 0,-6 0 0,-1 0 0,-3 0 0,-1 0 0,-2 4 0,2 0 0,1-2 0,5 0 0,0-2 0,5 0 0,2 0 0,6 0 0,2 0 0,6 0 0</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45:03.645"/>
    </inkml:context>
    <inkml:brush xml:id="br0">
      <inkml:brushProperty name="width" value="0.035" units="cm"/>
      <inkml:brushProperty name="height" value="0.035" units="cm"/>
    </inkml:brush>
  </inkml:definitions>
  <inkml:trace contextRef="#ctx0" brushRef="#br0">417 547 29393,'-8'0'1124,"0"0"1,0 4 0,-4 0-1125,0-1 0,0 0 0,0-1 0,1 2 0,-1-1 0,-2-2 0,-1-1 0,-4 0 0,1 0 0,-6 0 0,1-1 0,-3-3 0,-1-4 0,2-7 0,1-2 0,1-1 0,-1-3 0,5-3 0,3-3 0,5-2 0,3-1 0,2 2 0,6-4 0,2 1 0,2 0 0,6-6 0,7 5 0,2 3 0,2 3 0,2 2 0,2 0 0,1 2 0,2 2 0,0 3 0,-5 6 0,1 3 0,0 4 0,-1 3 0,-4 2 0,-3 5 0,-3 6 0,-2 1 0,-2 5 0,-2 1 0,-2-1 0,-1-2 0,-4 3 0,0-2 0,0-3 0,5 0 0,2-2 0</inkml:trace>
  <inkml:trace contextRef="#ctx0" brushRef="#br0" timeOffset="650">738 262 32767,'-8'-4'0,"0"0"0,-1 1 0,2-2 0,0 1 0,-3 1 0,0 2 0,-2 1 0,0 1 0,0 3 0,-1 3 0,-2 6 0,-2 3 0,-1 4 0,2 6 0,-3 3 0,2 0 0,2 1 0,6-3 0,3-4 0,0-3 0,8-4 0,7-10 0,5-6 0,6-6 0,3-12 0,0-4 0,1-5 0,0 1 0,0 0 0,0 0 0,-2 1 0,-2 3 0,-3 6 0,-5 0 0,0 4 0,0 4 0,-4 3 0,-2 8 0,0 5 0,-2 1 0,-6 12 0,0 3 0,-2 2 0,-6 6 0,4-4 0,-2-2 0,0-1 0,5-2 0,-1-2 0,3-1 0,1-6 0,0 2 0,0-8 0,0-3 0</inkml:trace>
  <inkml:trace contextRef="#ctx0" brushRef="#br0" timeOffset="1350">881 512 32767,'0'8'0,"0"0"0,1-6 0,3 2 0,-2-2 0,4-4 0,-3-2 0,1-4 0,-2-2 0,4-2 0,-1 0 0,0-1 0,1-3 0,-1 1 0,-2-3 0,1-1 0,-2 1 0,-1-1 0,1-2 0,0 1 0,2-1 0,0 4 0,-4 1 0,0 3 0,0 1 0,0 0 0,0 0 0,0 6 0,0 2 0,0 8 0,0 3 0,0 4 0,0 2 0,0 2 0,0 1 0,0 0 0,0-5 0,0 1 0,4 0 0,2-1 0,0-3 0,-2-3 0,4-5 0,0-1 0,4-3 0,0-4 0,-4-3 0,0-1 0,0 0 0,-2 1 0,5-1 0,-5 0 0,2 1 0,0 3 0,-1-2 0,2 3 0,-1 0 0,0-1 0,4 8 0,-5 3 0,-3 10 0,-3 2 0,-1 1 0,0 0 0,0-1 0,0 1 0,0-1 0,0-2 0,0-1 0,0 0 0,1-5 0,3-3 0,4-3 0,-1-2 0,1-3 0,0-4 0,-2-3 0,3-1 0,-3 0 0,0 0 0,4 0 0,-4 2 0,2 1 0,0 1 0,-1-2 0,2 0 0,-4-1 0,2 3 0,2 4 0,-2-1 0,1 1 0,1 1 0,-4 7 0,1 6 0,-3 4 0,1 6 0,0-1 0,-4 0 0,0 3 0,0 0 0,0 2 0,0-2 0,0-1 0,0-1 0,2-5 0,0 1 0,2-3 0,0-6 0,-4-2 0</inkml:trace>
  <inkml:trace contextRef="#ctx0" brushRef="#br0" timeOffset="1983">1571 500 20497,'7'-1'4915,"-3"-3"0,-2 2-2475,2-2-2440,-2 3 0,2 1 0,-8 0 0,-3 0 0,-5 0 0,0 0 0,0 4 0,1 0 0,-1-1 0,4-2 0,0-2 0,-2-2 0,0-1 0,2-5 0,1-1 0,1-3 0,-1-3 0,4-5 0,0 1 0,1-3 0,2-5 0,0 1 0,2-3 0,1 1 0,5 2 0,4 6 0,3 3 0,1 0 0,-2 4 0,0 2 0,-3 4 0,1 4 0,-4 3 0,-1 2 0,-2 3 0,-1 3 0,-4 5 0,0 0 0,0-1 0,0 1 0,-1 0 0,-3-1 0,-4-3 0,1 2 0,-1-3 0,-1 0 0,-1 2 0,-2-5 0,0-2 0,5 0 0,-9-2 0,3 0 0</inkml:trace>
  <inkml:trace contextRef="#ctx0" brushRef="#br0" timeOffset="2450">1738 452 20497,'-7'6'4915,"2"-5"0,5 5-2475,0-2-2440,0-2 0,0 3 0,0-10 0,0-3 0,1-3 0,2-1 0,1 0 0,-2 1 0,0-1 0,-2 0 0,0 0 0,0 0 0,4 0 0,0 0 0,-2 0 0,0 0 0,-2 0 0,0 1 0,0-1 0,0 4 0,0 0 0,0 0 0,0 1 0,0 2 0,1 5 0,3 0 0,4 0 0,-1 0 0,0 0 0,3 0 0,0 0 0,2-1 0,0-2 0,0-1 0,0-4 0,0 4 0,0 1 0,0 2 0,0 1 0,-1 0 0,1 0 0,0 1 0,0 3 0,-5-2 0,-2 3 0</inkml:trace>
  <inkml:trace contextRef="#ctx0" brushRef="#br0" timeOffset="3050">2273 250 20497,'-10'-1'0,"1"-2"3276,1-1 1,0-1 0,-4 2-2667,0-1 0,0 0 0,0 4 0,-1 0-610,-3 0 0,-1 5 0,-4 3 0,2 3 0,2 1 0,-3 4 0,3 1 0,0 0 0,-1 0 0,4-1 0,6-4 0,4 0 0,5-5 0,6-3 0,5-3 0,8-2 0,0-3 0,2-4 0,2-3 0,0-1 0,-1 2 0,1 0 0,0 2 0,-1 2 0,-2-2 0,-3 4 0,-1 3 0,-1 1 0,-4 0 0,0 1 0,0 3 0,-5 8 0,-3 8 0,-3 2 0,-1 2 0,-1 0 0,-2-2 0,-2-2 0,-2-4 0,4-3 0,-1-1 0,-2 0 0,-1 0 0</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45:21.110"/>
    </inkml:context>
    <inkml:brush xml:id="br0">
      <inkml:brushProperty name="width" value="0.035" units="cm"/>
      <inkml:brushProperty name="height" value="0.035" units="cm"/>
    </inkml:brush>
  </inkml:definitions>
  <inkml:trace contextRef="#ctx0" brushRef="#br0">1315 36 29393,'0'-6'3374,"2"1"-3374,2 5 0,-3-6 0,4 5 0,-5-4 0,0 6 0,-1 2 0,-3 1 0,1 5 0,-3-1 0,0 2 0,-2 2 0,3 0 0,-2 0 0,-2 0 0,0 0 0,0 0 0,1 0 0,-2 0 0,0 3 0,-2 1 0,0 0 0,0 1 0,0-2 0,0 3 0,1 0 0,-1-4 0,0 3 0,0-1 0,0 0 0,0 1 0,0-4 0,2 3 0,0-2 0,2-3 0,2 3 0,-4-1 0,3 0 0,-3-2 0,4-1 0,-1 5 0,0 1 0,1-2 0,-1-1 0,-2-1 0,1 0 0,-1 0 0,2 1 0,-1 2 0,0 1 0,2-2 0,-5 0 0,3-1 0,-1 1 0,1 2 0,-3 0 0,5-4 0,-2 0 0,0 0 0,0 4 0,-3-1 0,2 0 0,1-2 0,2 0 0,-4 2 0,2 1 0,-1-2 0,-1 0 0,-2-1 0,0 1 0,0 2 0,0 5 0,-1-1 0,-2 3 0,-1 1 0,-3-1 0,1 1 0,1 0 0,0 0 0,-3-2 0,4-1 0,2-2 0,0-2 0,3 3 0,-1-3 0,0 0 0,0 1 0,1-3 0,2-3 0,1 1 0,-1 3 0,2-2 0,-1 1 0,-1-1 0,-2-2 0,4 1 0,-1 1 0,0 2 0,1-1 0,-4-1 0,5 1 0,-2 1 0,0-2 0,0-1 0,-2-1 0,0 0 0,2 0 0,4 0 0,-4 0 0,-1 0 0,-1 0 0,2 0 0,1 0 0,0-1 0,1 1 0,-2 0 0,-3 0 0,2 0 0,1 0 0,0 1 0,-4 2 0,0 1 0,0-2 0,3 3 0,-1 1 0,-4 0 0,1 3 0,-4 0 0,1 1 0,0-3 0,-1 3 0,4-4 0,-3 1 0,3-2 0,1-3 0,1-1 0,2-2 0,2-2 0,2-1 0,0-5 0,1 1 0,4-3 0,0-1 0,0 0 0,5 0 0</inkml:trace>
  <inkml:trace contextRef="#ctx0" brushRef="#br0" timeOffset="1132">1351 13 32767,'-5'-7'0,"3"2"0,-3 6 0,5 3 0,0-1 0,0 5 0,0 1 0,0 1 0,0 2 0,0 0 0,0 0 0,0 0 0,0 4 0,0 1 0,0 2 0,0 2 0,0-3 0,0 2 0,0 1 0,0 2 0,0 2 0,1 1 0,2 3 0,1 2 0,0-3 0,-4 2 0,0 0 0,0 1 0,0-5 0,0 2 0,0-2 0,0 2 0,0-3 0,0 3 0,0-4 0,0-4 0,0 2 0,0-2 0,0 3 0,0 0 0,0 1 0,0 0 0,0-2 0,0-2 0,0 4 0,0-3 0,0 3 0,0-1 0,0-2 0,0 2 0,0 1 0,0 0 0,0 0 0,0 0 0,0-2 0,0-2 0,-1 2 0,-2-2 0,-1 1 0,1-1 0,2-1 0,1-5 0,0 4 0,0 0 0,0-3 0,0 0 0,0 0 0,0 1 0,0-3 0,0 3 0,0-2 0,0 2 0,0-2 0,0 1 0,0 0 0,0 1 0,0-3 0,0 3 0,0-1 0,0 0 0,0-1 0,0 3 0,0-1 0,0 0 0,0-1 0,0-3 0,0 0 0,0 0 0,0 0 0,0 0 0,0 0 0,0 0 0,0 0 0,0-1 0,0 1 0,0 0 0,0 0 0,0 0 0,0 0 0,0 0 0,0 0 0,0 0 0,0 0 0,0-1 0,0 1 0,0 0 0,0 0 0,0-4 0,0 0 0,0 0 0,0 4 0,0 0 0,0-4 0,0 0 0,0-6 0,-5-7 0,-2-8 0</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45:27.992"/>
    </inkml:context>
    <inkml:brush xml:id="br0">
      <inkml:brushProperty name="width" value="0.035" units="cm"/>
      <inkml:brushProperty name="height" value="0.035" units="cm"/>
    </inkml:brush>
  </inkml:definitions>
  <inkml:trace contextRef="#ctx0" brushRef="#br0">1 1 32767,'0'11'0,"0"-3"0,0 0 0,1 0 0,3 4 0,-2-4 0,6 0 0,2 1 0,0-2 0,2 1 0,0 1 0,0 2 0,0 1 0,1 1 0,2 1 0,0 2 0,7 1 0,-4-2 0,2 2 0,0 2 0,0-1 0,2 3 0,-1-2 0,-1-2 0,-1 3 0,2-3 0,-3 0 0,-1 0 0,3 1 0,-4-4 0,-1 2 0,-2-1 0,1-2 0,0-1 0,-4 0 0,1-1 0,-1 1 0,2 0 0,0-1 0,0-3 0,0 2 0,-1-2 0,-2 3 0,-1 1 0,4-2 0,4 1 0,-2-1 0,-1 4 0,-1 0 0,0-1 0,0 2 0,0 1 0,0 0 0,0-3 0,0 2 0,0 0 0,2 3 0,-1-4 0,-2 2 0,-1-1 0,0-2 0,-1 0 0,-1 2 0,1 0 0,2 1 0,-1-4 0,0 0 0,-2 0 0,-1 0 0,5 0 0,0 0 0,0 0 0,0 3 0,0 3 0,0-1 0,0 0 0,0 3 0,0-3 0,-1 2 0,1 2 0,0 1 0,0 1 0,-1-2 0,-3-1 0,2-2 0,-2 3 0,3-2 0,1-2 0,-4 0 0,0-2 0,1 1 0,1-2 0,2 1 0,0 1 0,0 3 0,-4-1 0,0-3 0,0-1 0,-2-2 0,5-1 0,-4 1 0,1 0 0,0 0 0,-1 4 0,4 0 0,-2-2 0,-1 0 0,0-2 0,3-1 0,-2 1 0,-1 0 0,0 0 0,2 0 0,0 0 0,-2 0 0,0 0 0,2 0 0,-1 0 0,-1-1 0,0 1 0,3 0 0,-2 2 0,-1 1 0,0-1 0,4 1 0,-2 0 0,-2 1 0,3-3 0,-4 3 0,-1-3 0,3-1 0,-5 0 0,0-5 0,-4-2 0,0-5 0,0 5 0,0 2 0</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45:32.059"/>
    </inkml:context>
    <inkml:brush xml:id="br0">
      <inkml:brushProperty name="width" value="0.035" units="cm"/>
      <inkml:brushProperty name="height" value="0.035" units="cm"/>
      <inkml:brushProperty name="color" value="#E71224"/>
    </inkml:brush>
  </inkml:definitions>
  <inkml:trace contextRef="#ctx0" brushRef="#br0">0 23 20794,'7'0'9830,"-2"0"-8759,-5-6 1,2 5-1072,2-3 0,-3 4 0,3 4 0,-3 4 0,-1 4 0,0 2 0,0 2 0,4 0 0,0-4 0,-1 1 0,-2 3 0,3-1 0,0 3 0,-1-1 0,-2-2 0,0 2 0,2-1 0,1-2 0,-1 0 0,-2-2 0,-1-1 0,1 1 0,3 0 0,-2-4 0,2 0 0,-3-4 0,-1 4 0,5-5 0,3 1 0,-1-3 0,1-1 0,1 0 0,1 0 0,2 0 0,0 0 0,1 0 0,3 0 0,-1-4 0,3 0 0,1 0 0,-1-1 0,2 2 0,4-4 0,-1 2 0,-4 3 0,4-1 0,-3 0 0,2-1 0,2 2 0,-4 0 0,0 2 0,1 0 0,1 0 0,2 0 0,0 0 0,0 0 0,-1 0 0,7 0 0,0 0 0,2 0 0,-1 0 0,-3 0 0,4 2 0,1 0 0,1 2 0,-2 0 0,-1-2 0,-2 0 0,-3 2 0,3 4 0,-1-4 0,-2 0 0,0 1 0,-1-2 0,1 4 0,3-2 0,2-2 0,-1-1 0,3 1 0,-1 1 0,1-2 0,-1 0 0,1-2 0,0 0 0,-4 0 0,1 0 0,-2 0 0,0 0 0,1 0 0,-4 0 0,3 0 0,-2 1 0,2 3 0,-2-3 0,5 3 0,-1-1 0,1 1 0,-4-3 0,4 3 0,-1-1 0,1 1 0,-4-3 0,4 3 0,-2-1 0,-3 1 0,-1-3 0,-1 4 0,0-1 0,0 0 0,0 0 0,-1-4 0,1 0 0,0 0 0,0 0 0,0 0 0,1 0 0,3 0 0,-3 0 0,2 0 0,-1 0 0,-3 0 0,0 0 0,-2 0 0,-1 2 0,1 2 0,-4-3 0,0 3 0,-1-3 0,0-1 0,1 0 0,-2 0 0,1 0 0,-2 0 0,-1 4 0,-1 0 0,0-1 0,0-2 0,0-1 0,0 0 0,0 0 0,0 0 0,0 0 0,0 0 0,-4 0 0,-1 1 0,3 3 0,-4-2 0,2 2 0,2-3 0,-4-1 0,2 0 0,-4 0 0,4 0 0,-4 0 0,4 0 0,-6 0 0,5 0 0,-3 0 0,-3 0 0,6 0 0,-3 0 0,-1 0 0,5 0 0,-6 0 0,5 0 0,-5-1 0,2-3 0,0 1 0,-4-5 0,4 0 0,0-4 0,-1 0 0,0 0 0,-1-1 0,2-1 0,-1-2 0,0-4 0,-1 3 0,3-2 0,2-2 0,-4-1 0,2-2 0,-1 0 0,0 0 0,4 4 0,-4 1 0,-2-1 0,0 1 0,2 2 0,0 5 0,-2 0 0,0 0 0,-1 4 0,2 0 0,1-1 0,0 3 0,-4-2 0,0 5 0,0-1 0,0 8 0,0 4 0,0-3 0,-6 6 0,0-5 0</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45:37.109"/>
    </inkml:context>
    <inkml:brush xml:id="br0">
      <inkml:brushProperty name="width" value="0.035" units="cm"/>
      <inkml:brushProperty name="height" value="0.035" units="cm"/>
      <inkml:brushProperty name="color" value="#E71224"/>
    </inkml:brush>
  </inkml:definitions>
  <inkml:trace contextRef="#ctx0" brushRef="#br0">1 131 32767,'0'-11'0,"0"-1"0,0 4 0,0 0 0,0 0 0,0-4 0,0 4 0,0 0 0,0 4 0,0-4 0,0 4 0,0-4 0,0 6 0,0-4 0,5 6 0,-2 0 0,5 0 0,0-4 0,4 0 0,-1 2 0,-3 0 0,0 2 0,2 0 0,0 0 0,-2-1 0,0-2 0,1 0 0,2 0 0,1 2 0,0 1 0,0 0 0,-1 0 0,1 0 0,0 0 0,0 0 0,0 5 0,0 1 0,0 1 0,-6 4 0,0-3 0,-2 2 0,0 2 0,0 0 0,-4 1 0,0 2 0,0 1 0,-2 5 0,0-3 0,-4 2 0,0 0 0,-1 0 0,-2 2 0,1-2 0,-1-4 0,2 1 0,0-1 0,1-1 0,-1-2 0,5-5 0,-4 0 0,1 1 0,4-3 0,-3 2 0,2-5 0,2-3 0,0-7 0</inkml:trace>
  <inkml:trace contextRef="#ctx0" brushRef="#br0" timeOffset="350">477 346 30759,'0'6'1004,"0"0"0,1-8-1004,3-2 0,-3 3 0,6-8 0,-4 3 0,1 0 0,0 2 0,-4-4 0,5 0 0,2-4 0</inkml:trace>
  <inkml:trace contextRef="#ctx0" brushRef="#br0" timeOffset="530">524 84 20794,'-8'-4'9830,"1"0"-8759,-1 0 1,1 3-1072,3-3 0,3 1 0,1-5 0,0 4 0,0-4 0,5 6 0,2-4 0</inkml:trace>
  <inkml:trace contextRef="#ctx0" brushRef="#br0" timeOffset="966">620 310 24780,'0'12'7987,"0"-6"-7987,-6 0 0,5-6 0,-4-2 0,5-2 0,1-2 0,3-1 0,-3-3 0,3 2 0,-2-3 0,-2-1 0,1 0 0,3 0 0,-3 1 0,3-1 0,-1 1 0,-1 2 0,2 1 0,0 4 0,-2-3 0,2 2 0,-2-3 0,5 3 0,-2-2 0,5 3 0,-3-2 0,3-1 0,-2 0 0,2 3 0,-2-2 0,3 1 0,1 2 0,0 0 0,-1 1 0,1-2 0,0 1 0,0 3 0,0 3 0,0 1 0,-1 5 0,-2-3 0,-3 2 0,0 0 0,2 4 0,-4 4 0,-2-1 0,0-2 0,-1 4 0,2 2 0,0 0 0,0 1 0,-2-4 0,-1 3 0,0-2 0,0-3 0,0 0 0,0-3 0</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45:52.741"/>
    </inkml:context>
    <inkml:brush xml:id="br0">
      <inkml:brushProperty name="width" value="0.05" units="cm"/>
      <inkml:brushProperty name="height" value="0.05" units="cm"/>
      <inkml:brushProperty name="color" value="#008C3A"/>
    </inkml:brush>
  </inkml:definitions>
  <inkml:trace contextRef="#ctx0" brushRef="#br0">1 7 24486,'0'-3'8281,"0"0"-8281,0 3 0,3 0 0,1 0 0,0 0 0,0 0 0,1 0 0,1 0 0,1 2 0,-1 0 0,1-1 0,0 0 0,-1-1 0,1 0 0,0 0 0,-1 2 0,1 1 0,2-2 0,-1 0 0,1-1 0,-2 0 0,-1 0 0,1 0 0,-3 1 0,1 0 0,0 1 0,1 0 0,0-2 0,-1 3 0,-1-1 0,-2 3 0,3-1 0,-3 2 0,0-1 0,-2-1 0,0 1 0,0 1 0,0 1 0,0-1 0,0 1 0,0 0 0,0-1 0,0 1 0,0-1 0,0 1 0,0 0 0,0 2 0,3-1 0,-1 1 0,-1 1 0,0 1 0,-1-1 0,0 0 0,0 0 0,0 1 0,2-2 0,0 1 0,0-1 0,-1 0 0,-1-1 0,0 0 0,2 0 0,0 1 0,0-2 0,-2 0 0,0 1 0,0 1 0,1 1 0,0-2 0,2 1 0,-2-1 0,0 2 0,-1 1 0,0 1 0,0 2 0,0-3 0,-1 0 0,0 1 0,-2 0 0,1-1 0,2 0 0,0 0 0,0-1 0,0 2 0,0-3 0,0 0 0,0 0 0,0-1 0,0 3 0,0-2 0,0-1 0,0 0 0,0 0 0,0 1 0,0-1 0,0 0 0,0-2 0,0 2 0,0 0 0,0 0 0,0 1 0,0 0 0,0 0 0,0 1 0,0-2 0,0 0 0,0 1 0,0-1 0,0 0 0,0 0 0,0 1 0,0-1 0,0 0 0,0 1 0,0-1 0,0 0 0,0 0 0,0 1 0,0-1 0,0 1 0,0 1 0,0 0 0,0 2 0,0 0 0,0 2 0,0-1 0,0 0 0,0 1 0,0 1 0,0 0 0,0 0 0,0-1 0,0 1 0,-1 1 0,-1 1 0,1-2 0,-1 0 0,2-1 0,0-3 0,0 1 0,0-2 0,0 1 0,0-3 0,0 1 0,0-1 0,0 3 0,0-3 0,0-2 0,2 0 0,-1 0 0,1 1 0,-1-1 0,-1 1 0,1-1 0,0-1 0,2-1 0,-1 1 0,-2 1 0,0 1 0,0 0 0,0-1 0,0 1 0,0-1 0,3 1 0,-3 0 0,3-1 0,-3 2 0,0 0 0,0 0 0,0 1 0,0-1 0,0 0 0,0 1 0,0 1 0,0 0 0,0 0 0,0-1 0,0 1 0,0 1 0,0-1 0,0 0 0,0 2 0,0-2 0,0 0 0,0 1 0,0-1 0,0-1 0,0 1 0,0-1 0,0-1 0,0 1 0,0-1 0,0 2 0,0-1 0,0-1 0,0-1 0,1 0 0,1-1 0,0 1 0,-1-1 0,0 1 0,-1 0 0,0-1 0,2 1 0,0-1 0,0 1 0,-1 0 0,-1-1 0,0 1 0,0-3 0,0 1 0,0 0 0,0 1 0,0 0 0,0 1 0,0 0 0,0-1 0,0 1 0,0-1 0,3 1 0,-3 0 0,2-1 0,-1 1 0,-1-1 0,0 1 0,0 0 0,0-3 0,0 0 0,0 2 0,0-3 0,0 2 0,1-1 0,1 0 0,-1 2 0,1-2 0,-1 2 0,-1 1 0,0 0 0,0 2 0,0-4 0,0 1 0,0 0 0,0 0 0,0 1 0,0-1 0,0 1 0,0-3 0,0 2 0,0-6 0,0 4 0,0-2 0,-3 0 0,-2 2 0,2-2 0,-1 1 0,0-1 0,1 0 0,-2 1 0,-1-2 0,-1 2 0,1 1 0,-1-3 0,0 2 0,0 0 0,-2-1 0,2 1 0,-2-2 0,2 1 0,0 0 0,0-1 0,1-1 0,-1 0 0,1 0 0,1 0 0,1 0 0,2-1 0,0-1 0,4-2 0,2-3 0</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46:00.290"/>
    </inkml:context>
    <inkml:brush xml:id="br0">
      <inkml:brushProperty name="width" value="0.05" units="cm"/>
      <inkml:brushProperty name="height" value="0.05" units="cm"/>
      <inkml:brushProperty name="color" value="#008C3A"/>
    </inkml:brush>
  </inkml:definitions>
  <inkml:trace contextRef="#ctx0" brushRef="#br0">0 148 20674,'4'0'9830,"-1"0"-8699,-3 2 1,0-1-1132,3 1 0,-3-4 0,2-2 0,-1-2 0,-1 0 0,0-1 0,0-1 0,0-1 0,0-1 0,0 0 0,0 1 0,0 0 0,0-1 0,0 3 0,0-3 0,0 0 0,0 3 0,0-2 0,0-1 0,0 0 0</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46:03.422"/>
    </inkml:context>
    <inkml:brush xml:id="br0">
      <inkml:brushProperty name="width" value="0.05" units="cm"/>
      <inkml:brushProperty name="height" value="0.05" units="cm"/>
      <inkml:brushProperty name="color" value="#008C3A"/>
    </inkml:brush>
  </inkml:definitions>
  <inkml:trace contextRef="#ctx0" brushRef="#br0">0 20 32767,'3'-4'0,"2"2"0,-2 0 0,1-1 0,1 2 0,1 0 0,1-1 0,-1 0 0,0 0 0,1 2 0,-1 0 0,-2 0 0,1 0 0,0 0 0,-2 2 0,2 0 0,-4 1 0,2-2 0,0 2 0,-3 1 0,2 1 0,-4 0 0,1 0 0,-3-1 0,1 2 0,-1 2 0,0-1 0,-2 1 0,0-1 0,2 0 0,-2 1 0,2 1 0,0-1 0,0-1 0,2-1 0,-2 1 0,1-1 0,1-2 0,2 1 0,0 0 0,0-3 0,3 3 0,1-2 0,2-2 0,0 0 0,1-1 0,-1 0 0,1 2 0,-1 0 0,0 0 0,1-2 0,-1 0 0,1 0 0,-1 2 0,1 0 0,-1 0 0,0-1 0,1-4 0,-1-1 0</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46:03.841"/>
    </inkml:context>
    <inkml:brush xml:id="br0">
      <inkml:brushProperty name="width" value="0.05" units="cm"/>
      <inkml:brushProperty name="height" value="0.05" units="cm"/>
      <inkml:brushProperty name="color" value="#008C3A"/>
    </inkml:brush>
  </inkml:definitions>
  <inkml:trace contextRef="#ctx0" brushRef="#br0">1 71 30205,'3'0'2562,"0"0"-2562,-3-2 0,2 0 0,1-2 0,-2-1 0,0-1 0,-1 0 0,0-1 0,0-1 0,0-1 0,0-2 0,0 1 0</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46:03.987"/>
    </inkml:context>
    <inkml:brush xml:id="br0">
      <inkml:brushProperty name="width" value="0.05" units="cm"/>
      <inkml:brushProperty name="height" value="0.05" units="cm"/>
      <inkml:brushProperty name="color" value="#008C3A"/>
    </inkml:brush>
  </inkml:definitions>
  <inkml:trace contextRef="#ctx0" brushRef="#br0">13 45 28299,'0'-6'2234,"-2"2"0,0-1-2234,0 0 0,-1 2 0,1-2 0,1 0 0,0 2 0,1-1 0,0 2 0,0-1 0,0 3 0</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46:04.441"/>
    </inkml:context>
    <inkml:brush xml:id="br0">
      <inkml:brushProperty name="width" value="0.05" units="cm"/>
      <inkml:brushProperty name="height" value="0.05" units="cm"/>
      <inkml:brushProperty name="color" value="#008C3A"/>
    </inkml:brush>
  </inkml:definitions>
  <inkml:trace contextRef="#ctx0" brushRef="#br0">1 116 32767,'0'4'0,"0"-1"0,0-4 0,0-1 0,0-2 0,2-2 0,0 0 0,0 1 0,-2 1 0,0-1 0,1 0 0,0 0 0,1 1 0,0 2 0,-2-3 0,0 3 0,0-2 0,1 2 0,1 0 0,-1 1 0,1-1 0,1 0 0,0-1 0,0 0 0,0 0 0,0 1 0,1-2 0,-1 1 0,-1-2 0,3 2 0,-1-1 0,0-1 0,1 2 0,0-1 0,0 1 0,2-1 0,-1 3 0,0-1 0,1 1 0,-1 1 0,0 3 0,-1 1 0,-1 2 0,1 3 0,-1-1 0,-1 2 0,0 0 0,-1 0 0,-2 0 0,0 0 0,0 3 0,0-3 0</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48:21.896"/>
    </inkml:context>
    <inkml:brush xml:id="br0">
      <inkml:brushProperty name="width" value="0.035" units="cm"/>
      <inkml:brushProperty name="height" value="0.035" units="cm"/>
    </inkml:brush>
  </inkml:definitions>
  <inkml:trace contextRef="#ctx0" brushRef="#br0">2284 41 20853,'-1'5'4915,"-2"-3"0,1-1-3873,-3-1 0,2 3-1042,-2 0 0,3-1 0,-1-2 0,2 0 0,-2 0 0,2 0 0,-6 0 0,2 0 0,-3 0 0,0 0 0,0 0 0,0 0 0,0 0 0,0 0 0,0 0 0,0 0 0,-1-2 0,-1-1 0,0 1 0,0 1 0,-2 1 0,1 0 0,1 0 0,-2 0 0,2-1 0,-3 0 0,-1-2 0,2 1 0,-4 0 0,3 0 0,-2 0 0,-1 0 0,0 1 0,-1 1 0,-1 0 0,-1 0 0,0 0 0,2 0 0,-1 0 0,-1 0 0,1 0 0,2 1 0,-1 1 0,1 0 0,1 1 0,1-3 0,1 0 0,2 0 0,-3 0 0,3 0 0,-2 0 0,-1 0 0,1 0 0,0 0 0,-2 0 0,0 0 0,-1-1 0,0-1 0,0 0 0,0 0 0,-3 1 0,0 1 0,0 0 0,0 0 0,2 0 0,-2 0 0,2 0 0,1 0 0,-3 0 0,0 0 0,0 0 0,0 0 0,1 0 0,-4 0 0,1 0 0,0 0 0,1 0 0,1-1 0,-2-1 0,1 0 0,-3-1 0,5 3 0,0 0 0,1 0 0,-2 0 0,0 1 0,1 1 0,1 0 0,1 1 0,-1-3 0,-1 1 0,-1 2 0,0-2 0,1 1 0,-1-1 0,1-1 0,1 0 0,1 0 0,0 0 0,0 0 0,0 0 0,1 0 0,0 0 0,2 0 0,-1 1 0,-1 1 0,1 1 0,0-2 0,4 0 0,-4-1 0,0 0 0,-1 0 0,1 0 0,1 0 0,-1 0 0,-2 0 0,2 0 0,0 0 0,-1 0 0,0 0 0,2 0 0,-2-1 0,2 0 0,-1-2 0,1-1 0,1 2 0,-1 0 0,1 0 0,1 1 0,-2 0 0,2-1 0,1 0 0,0-1 0,0 3 0,-1 0 0,2 0 0,-3 0 0,1 0 0,1-1 0,-2-2 0,2 3 0,-3-3 0,-1 2 0,2 1 0,-4-1 0,4-1 0,-2 0 0,1 0 0,0 1 0,-3 0 0,2-1 0,1 0 0,2-1 0,-2 3 0,1 0 0,-1 0 0,4 0 0,-2 0 0,2 0 0,1 0 0,0 0 0,0 0 0,0 0 0,2 0 0,1 0 0,0 3 0,0-2 0,5 3 0,1-8 0,3 0 0</inkml:trace>
  <inkml:trace contextRef="#ctx0" brushRef="#br0" timeOffset="1616">2292 57 31031,'4'0'1736,"0"0"-1736,-4 0 0,-1 3 0,-2 0 0,2 0 0,-2-1 0,0 2 0,0 0 0,1-1 0,2 2 0,0 0 0,0 4 0,0-1 0,0 0 0,0 0 0,0-3 0,0 0 0,0 2 0,0 0 0,0 1 0,0 0 0,0-3 0,0 1 0,0 0 0,0 1 0,0 1 0,2 0 0,1 0 0,0-2 0,-3-1 0,0 0 0,0 1 0,0-1 0,0-3 0,0 2 0,0-1 0,0-1 0,0 3 0,0-3 0,0 2 0,0-4 0,0 3 0,0-2 0,0 3 0,-4-4 0,0 0 0</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48:25.029"/>
    </inkml:context>
    <inkml:brush xml:id="br0">
      <inkml:brushProperty name="width" value="0.035" units="cm"/>
      <inkml:brushProperty name="height" value="0.035" units="cm"/>
    </inkml:brush>
  </inkml:definitions>
  <inkml:trace contextRef="#ctx0" brushRef="#br0">9 25 32767,'-5'0'0,"2"4"0,3 1 0,0 2 0,0 1 0,0 1 0,0 2 0,0 2 0,0 3 0,0 3 0,0 3 0,0 1 0,0 5 0,1 1 0,0 3 0,2 0 0,2-4 0,-1-1 0,1-3 0,1-6 0,1 0 0,1-8 0,0-3 0,0-3 0,0-3 0,0-2 0,0-2 0,0-1 0,-1-4 0,0 0 0,-2 0 0,-2-1 0,1 1 0,0 0 0,-2 0 0,1 0 0,0 0 0,-1 0 0,-1 0 0,-1 0 0,0 0 0,0 0 0,-4 0 0,0 0 0,-2 1 0,1 1 0,-1-1 0,-2 3 0,0-1 0,0 3 0,0-2 0,0 1 0,0 1 0,0 2 0,1 0 0,2 3 0,1-1 0,4 3 0,0 4 0,0 4 0</inkml:trace>
  <inkml:trace contextRef="#ctx0" brushRef="#br0" timeOffset="464">331 235 32767,'-8'-5'0,"0"1"0,0 1 0,0 2 0,0-2 0,1 3 0,1 3 0,-1 1 0,2 5 0,-2-1 0,2 0 0,-1 3 0,3 3 0,1 1 0,1 1 0,1-3 0,0 1 0,1-1 0,2 0 0,1-4 0,4-5 0,1 0 0,-1-2 0,1-2 0,0 0 0,2 0 0,-1-3 0,-2-2 0,-2-4 0,0 0 0,0-2 0,-3 0 0,0 3 0,-2-1 0,-1-2 0,0 2 0,0-1 0,0 1 0,-3 3 0,0 2 0,-2 0 0,0-2 0,-3 2 0</inkml:trace>
  <inkml:trace contextRef="#ctx0" brushRef="#br0" timeOffset="930">508 235 32767,'0'-5'0,"0"-2"0,-1 6 0,-1-2 0,0 2 0,-4 1 0,2 1 0,-2 2 0,0 3 0,0 4 0,0 0 0,-1 3 0,2 1 0,-1-2 0,2 3 0,2-4 0,1 1 0,1 0 0,0-2 0,1-3 0,1-1 0,2-4 0,3-4 0,-1-4 0,1-1 0,2-1 0,-4-1 0,2-1 0,1 0 0,-3-1 0,1 3 0,0 0 0,-2 0 0,-2 0 0,2 4 0,-1 4 0,-1 4 0,-2 4 0,0 0 0,0 0 0,0 3 0,0-1 0,0 0 0,0-1 0,0-1 0,0 4 0,0 0 0</inkml:trace>
  <inkml:trace contextRef="#ctx0" brushRef="#br0" timeOffset="1316">589 363 32767,'1'-4'0,"1"1"0,-1 2 0,3 0 0,-3 0 0,1-2 0,-1-1 0,2 2 0,-2-4 0,-1 2 0,0-2 0,0 0 0,0-1 0,0 2 0,0-1 0,0 0 0,0-1 0,0-1 0,0 0 0,0 0 0,0 0 0,0 0 0,0 0 0,0 0 0,1 0 0,1 3 0,-1-2 0,2 1 0,1 2 0,-1-1 0,2 2 0,0-2 0,3 2 0,0 1 0,1 0 0,1 0 0,1 0 0,2 0 0,0-2 0,1 2 0,-2 0 0,0 1 0,1-2 0,-2 1 0,-1 0 0,-1 1 0,-1 1 0,0 0 0</inkml:trace>
  <inkml:trace contextRef="#ctx0" brushRef="#br0" timeOffset="1730">1024 331 20853,'0'-12'3276,"0"-3"1,-1 4 0,-1-2-2756,-1-1 0,0-1 0,1-1 0,-1-2-521,1 0 0,-2-3 0,-1-3 0,-3 0 0,0 0 0,3 2 0,0 2 0,-1 1 0,2 4 0,-3 2 0,2 5 0,-3 0 0</inkml:trace>
  <inkml:trace contextRef="#ctx0" brushRef="#br0" timeOffset="2031">1024 251 32767,'-8'0'0,"-1"-3"0,1 0 0,0 1 0,0 2 0,0 0 0,0 0 0,0 0 0,3 0 0,-1 0 0,0 3 0,-1 3 0,2 1 0,0 1 0,1 1 0,-1 1 0,3 0 0,0 3 0,1-2 0,1-1 0,1 2 0,1-1 0,1-2 0,2 0 0,0-1 0,3 0 0,0-2 0,0-1 0,0-3 0,0 1 0,0-2 0,4-9 0,0 0 0</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48:29.312"/>
    </inkml:context>
    <inkml:brush xml:id="br0">
      <inkml:brushProperty name="width" value="0.035" units="cm"/>
      <inkml:brushProperty name="height" value="0.035" units="cm"/>
    </inkml:brush>
  </inkml:definitions>
  <inkml:trace contextRef="#ctx0" brushRef="#br0">0 56 32767,'0'-4'0,"0"1"0,0 6 0,0 1 0,0 4 0,0 0 0,0 0 0,0 1 0,0 1 0,0 1 0,0-1 0,3 1 0,0 0 0,-1 0 0,-2 0 0,3-2 0,0 2 0,-1-2 0,-1-1 0,-1 0 0,3 0 0,-2 0 0,2 0 0,-2-3 0,2-3 0,2 2 0,3-1 0,0-1 0,0-2 0,0 0 0,0 0 0,0 0 0,-1 1 0,-2 2 0,3-2 0,-3 2 0,2-3 0,1 0 0,0 0 0,0 0 0,0 0 0,0 0 0,0 0 0,1 0 0,-1 0 0,0 0 0,0 0 0,0 0 0,0 0 0,0 0 0,3 0 0,-1 0 0,0 0 0,-1 0 0,0 0 0,1 0 0,1 0 0,-1-3 0,-2 2 0,1-2 0,-1 2 0,0 1 0,0-2 0,0-1 0,0 1 0,0 1 0,0 0 0,0 0 0,0-2 0,-3 0 0,1 3 0,0 0 0,1 0 0,1 0 0,-2 0 0,-1 0 0,-2 0 0,2 0 0,-3 0 0,1 0 0,-2 0 0,2 0 0,-2 0 0,3 0 0,-1 0 0,-1 0 0,3 0 0,-3 0 0,5 0 0,-5 0 0,3 0 0,-3 0 0,3 0 0,-3 0 0,-1-1 0,2-1 0,-2-4 0,-1 2 0,1-2 0,0 0 0,2-1 0,0-1 0,-3 0 0,0-1 0,0-2 0,0 1 0,0-3 0,0 0 0,0 0 0,0-2 0,0 1 0,0 0 0,0 1 0,0-2 0,0 5 0,0 0 0,0 1 0,0 3 0,0 1 0,0 3 0,0 0 0,0 4 0,-1 3 0,-2-1 0,-1 7 0,-4-2 0</inkml:trace>
  <inkml:trace contextRef="#ctx0" brushRef="#br0" timeOffset="1964">1128 765 20853,'-8'8'3276,"-3"0"1,0 0 0,2 0-2583,0 0 1,1-1 0,0-1-695,-1-4 0,4-1 0,0-1 0,-2 0 0,0-1 0,-1-1 0,1-4 0,1-4 0,1 0 0,2 0 0,-3-2 0,4 1 0,0-2 0,1-1 0,1-1 0,0-2 0,0 1 0,0 0 0,1-3 0,2 1 0,2 0 0,2 1 0,1 1 0,1 2 0,1 2 0,1 0 0,0 2 0,-1 4 0,1 1 0,-1 2 0,1 0 0,0 4 0,-1 2 0,-5 5 0,-1 4 0</inkml:trace>
  <inkml:trace contextRef="#ctx0" brushRef="#br0" timeOffset="2450">1370 765 20853,'-3'8'2457,"0"0"1,0-3-1,1 1 1,-2-1-1937,0 0 0,2-1 0,-2-2 0,1 0-521,-3 0 0,2-1 0,-1-1 0,-2 0 0,0-3 0,-1-3 0,0-1 0,3-2 0,0-1 0,1 0 0,-1 0 0,3-3 0,-3 0 0,2-2 0,1 2 0,1-2 0,1 1 0,0-1 0,0-1 0,1 0 0,1 0 0,4 1 0,1 1 0,1 0 0,0 3 0,0 1 0,0 5 0,-3 2 0,-3 6 0,-1 2 0,-1 2 0,-3 2 0,-3 1 0,-1 1 0,-1-1 0,0-2 0,0-3 0,3 2 0,2-2 0</inkml:trace>
  <inkml:trace contextRef="#ctx0" brushRef="#br0" timeOffset="3116">1772 314 32767,'-4'3'0,"1"3"0,2 2 0,1 2 0,0 1 0,0 2 0,0 3 0,0 4 0,1 1 0,2 4 0,-1 4 0,2 5 0,0 2 0,-3 0 0,3-1 0,0 2 0,-1-2 0,1-4 0,-2-6 0,-1-7 0,2-3 0,2-1 0,0-8 0,0-1 0,1-4 0,-2-3 0,3-2 0,-2-3 0,0 0 0,0-2 0,-2-1 0,2 1 0,1-2 0,-2-2 0,3 0 0,-5 0 0,0-1 0,-1 2 0,-1-3 0,0 4 0,0-1 0,0 1 0,-4 0 0,-1 4 0,-2 0 0,-1 2 0,0 2 0,-1-1 0,-1 0 0,-1 3 0,0 0 0,3 2 0,0 1 0,0 4 0,0 1 0,0 1 0,0 0 0</inkml:trace>
  <inkml:trace contextRef="#ctx0" brushRef="#br0" timeOffset="3566">2086 588 31031,'-1'-5'868,"-1"2"0,0 3-868,-3 0 0,-1 0 0,-2 0 0,0 0 0,0 0 0,0 3 0,0 3 0,0 1 0,0 3 0,1 2 0,0 1 0,2 1 0,1 2 0,-2 2 0,4 0 0,1-3 0,1 0 0,1-4 0,1-1 0,4-1 0,2-5 0,1-1 0,3-3 0,1-3 0,-3-1 0,3-5 0,-1-2 0,-3-2 0,0-3 0,-1 0 0,-2 1 0,-1 2 0,-3-2 0,1 4 0,-2-1 0,-1 0 0,0 4 0,-1 3 0,-2 0 0,-2 0 0,0 2 0,0 3 0,-4 0 0,-4 0 0</inkml:trace>
  <inkml:trace contextRef="#ctx0" brushRef="#br0" timeOffset="4066">2199 765 24924,'5'4'1960,"1"-1"1,-3-2 0,2-2 0,1-2-1961,1-2 0,1-6 0,0-2 0,1-3 0,2-3 0,2 0 0,3-4 0,0-2 0,0 0 0,-1 0 0,-1 1 0,-3 3 0,1 2 0,-6 3 0,2 3 0,-5 1 0,0 15 0,-3 2 0</inkml:trace>
  <inkml:trace contextRef="#ctx0" brushRef="#br0" timeOffset="4397">2457 781 32767,'-6'0'0,"2"-1"0,0-2 0,-1-1 0,1-5 0,0-1 0,-2-1 0,-2-4 0,-2 0 0,-2-4 0,0-1 0,-2 1 0,-2-2 0,0 1 0,0-1 0,0 6 0,0 0 0,0 3 0,3 5 0,1 0 0,4 5 0,0 3 0,4 3 0,1 6 0,2 1 0,1-1 0,7 2 0,2 1 0</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48:37.375"/>
    </inkml:context>
    <inkml:brush xml:id="br0">
      <inkml:brushProperty name="width" value="0.035" units="cm"/>
      <inkml:brushProperty name="height" value="0.035" units="cm"/>
    </inkml:brush>
  </inkml:definitions>
  <inkml:trace contextRef="#ctx0" brushRef="#br0">0 32 32767,'0'-5'0,"0"-1"0,0 4 0,0-4 0,0 5 0,0-4 0,0 2 0,0 3 0,0-3 0,0 6 0,0 2 0,0 0 0,0 2 0,0 3 0,0 2 0,3 1 0,0 4 0,-1 2 0,-2 3 0,0 1 0,0 0 0,0 0 0,0-2 0,0-2 0,0 0 0,-2-1 0,-1-2 0,0-6 0,3 1 0,0-7 0,0-7 0,0-7 0,4-4 0,0-2 0</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48:46.244"/>
    </inkml:context>
    <inkml:brush xml:id="br0">
      <inkml:brushProperty name="width" value="0.035" units="cm"/>
      <inkml:brushProperty name="height" value="0.035" units="cm"/>
    </inkml:brush>
  </inkml:definitions>
  <inkml:trace contextRef="#ctx0" brushRef="#br0">366 322 20384,'3'-7'3276,"0"1"1,-3 1 0,1 2-2001,1 0 1,-1 0-1277,1 1 0,-1-2 0,-1-2 0,0 0 0,0-1 0,0 1 0,0-1 0,0 3 0,0 0 0,0-1 0,0-1 0,0 2 0,0 0 0,0-1 0,0-1 0,0-1 0,0 1 0,-3-3 0,-1-1 0</inkml:trace>
  <inkml:trace contextRef="#ctx0" brushRef="#br0" timeOffset="209">353 65 28874,'0'-6'1946,"0"-1"1,-1 1-1947,-1-1 0,2 3 0,-3 0 0,3 2 0,-3-3 0,-1 1 0</inkml:trace>
  <inkml:trace contextRef="#ctx0" brushRef="#br0" timeOffset="1137">26 1 32767,'0'7'0,"1"1"0,1 0 0,-1 4 0,1-2 0,-1 3 0,1 2 0,-1 0 0,1 4 0,-1 1 0,-1 2 0,0 0 0,0 1 0,0-1 0,0-2 0,0 3 0,0-3 0,0-2 0,0-4 0,0-2 0,1-4 0,1 0 0,1-2 0,4-1 0,-1-3 0,0-2 0,1-2 0,0 0 0,2-2 0,-2-1 0,2-3 0,0 0 0,-1 0 0,3-2 0,-3-1 0,1-2 0,0-2 0,-1 1 0,2-2 0,-2-1 0,-2 1 0,1 1 0,-4-1 0,1-1 0,-2 1 0,-1 2 0,-1-1 0,0 1 0,0 1 0,-3-1 0,-2 0 0,-1 3 0,-3 1 0,0 2 0,-5 3 0,0 2 0,-1 0 0,-2-2 0,2 3 0,0 2 0,-1 1 0,2 0 0,0 4 0,3 0 0,2 0 0,2 2 0,1-1 0,-1 1 0</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54:30.836"/>
    </inkml:context>
    <inkml:brush xml:id="br0">
      <inkml:brushProperty name="width" value="0.035" units="cm"/>
      <inkml:brushProperty name="height" value="0.035" units="cm"/>
    </inkml:brush>
  </inkml:definitions>
  <inkml:trace contextRef="#ctx0" brushRef="#br0">84 1 32767,'0'7'0,"0"1"0,0-1 0,0 3 0,0-1 0,0 2 0,0 1 0,0 0 0,0-1 0,0 0 0,0 0 0,0 1 0,0 1 0,0-3 0,0 2 0,0-4 0,0 1 0,0 0 0,0-2 0,1 2 0,0-2 0,1-1 0,0 1 0,-2-1 0,0 1 0,0-1 0,0 0 0,0 1 0,0-1 0,0 1 0,3-3 0,-1 0 0,-1 1 0,0-1 0,-1 0 0,0 0 0,0 3 0,0-3 0,0 0 0,0-2 0,0 3 0,0-3 0,0 2 0,0-2 0,0 2 0,3-2 0,-3 1 0,3 0 0,-3-3 0,0 3 0,0-3 0,0 3 0,0-2 0,0 2 0,0-3 0,-3 0 0,-1 0 0,1-3 0,-2 1 0,0-1 0,0 0 0,0-2 0,1 1 0,-1-2 0,-1-1 0,0 1 0,0 0 0,-1 1 0,1 1 0,1 0 0,1-3 0,-1 2 0,-1 0 0,2 0 0,1 3 0,0-2 0,1 3 0,2-2 0,2 5 0,2 1 0,0 0 0,1-1 0,2 6 0,3-1 0</inkml:trace>
  <inkml:trace contextRef="#ctx0" brushRef="#br0" timeOffset="384">103 334 29951,'0'4'2816,"0"-1"-2816,0-1 0,0-1 0,0 1 0,1-3 0,1-1 0,0-3 0,1 3 0,1-1 0,-1 0 0,1-2 0,1 1 0,-1-1 0,1 0 0,1 0 0,0 0 0,1-1 0,-1-3 0,0 2 0,2-1 0,-1 1 0,2 0 0,-1 1 0,-1-1 0,-1 1 0,1 0 0,-2 1 0,0 2 0,-1-1 0,-1 1 0,-1 1 0,-2-1 0,0 3 0</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54:32.820"/>
    </inkml:context>
    <inkml:brush xml:id="br0">
      <inkml:brushProperty name="width" value="0.035" units="cm"/>
      <inkml:brushProperty name="height" value="0.035" units="cm"/>
    </inkml:brush>
  </inkml:definitions>
  <inkml:trace contextRef="#ctx0" brushRef="#br0">0 123 29951,'4'-3'2816,"-2"2"-2816,-2-2 0,0 3 0,0-2 0,1 1 0,1-1 0,0 1 0,1 0 0,0-1 0,2 1 0,-1-1 0,2 2 0,-2-1 0,1-1 0,0 0 0,0 1 0,4 0 0,-1 1 0,0 0 0,-1 0 0,2 0 0,0 0 0,0 0 0,1 0 0,0 0 0,-1 0 0,0 0 0,0 0 0,-2 0 0,1 0 0,0-1 0,-2-1 0,0 2 0,1-3 0,-1 3 0,1 0 0,-1-1 0,0 0 0,1-2 0,-1 1 0,1 2 0,-1 0 0,1 0 0,-1-2 0,0 0 0,1 0 0,-1 2 0,1 0 0,-3-2 0,0 0 0,-2-1 0,3 3 0,-4 0 0,2 0 0,-3 0 0,-3-2 0,-1 0 0,0-1 0,0 2 0,0-2 0,0-1 0,-2 2 0,2-2 0,-2 0 0,0 0 0,0-1 0,-1 1 0,1 0 0,-1-1 0,1 1 0,-1-2 0,1 2 0,3 1 0,0 1 0,0 0 0,2 0 0,-2 2 0,3 3 0,0 0 0</inkml:trace>
  <inkml:trace contextRef="#ctx0" brushRef="#br0" timeOffset="333">289 52 20618,'3'0'9830,"0"0"-8671,-3 0 1,-1 3-1160,-1 1 0,1 4 0,-1 1 0,1-1 0,-1 2 0,1-3 0,-2 1 0,1 0 0,0 1 0,0-2 0,2 1 0,0-1 0,0-3 0,-3-4 0,-1-4 0</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54:34.351"/>
    </inkml:context>
    <inkml:brush xml:id="br0">
      <inkml:brushProperty name="width" value="0.035" units="cm"/>
      <inkml:brushProperty name="height" value="0.035" units="cm"/>
    </inkml:brush>
  </inkml:definitions>
  <inkml:trace contextRef="#ctx0" brushRef="#br0">46 116 32767,'3'0'0,"0"0"0,-3 0 0,0-3 0,0-1 0,0 0 0,0 0 0,0-1 0,0-1 0,0 0 0,0-1 0,0 1 0,0-1 0,0 1 0,0 0 0,-1 0 0,0 1 0,-1 1 0,0-1 0,2 1 0,0 0 0,0-1 0,0 1 0,0 0 0,-1 3 0,-1-2 0,0 0 0,0 2 0,2-1 0,0 4 0,0 2 0,-1 1 0,-1 0 0,2 0 0,-3 0 0,0 0 0,2 0 0,-2-1 0,0 1 0,2-2 0,-3 2 0,2-4 0,-2 2 0,1 0 0,1-2 0,-1 1 0,0-2 0</inkml:trace>
  <inkml:trace contextRef="#ctx0" brushRef="#br0" timeOffset="382">52 0 20618,'4'0'4915,"-2"0"0,-1 0-3756,1 0 1,0 0-1160,2 0 0,0 3 0,3 1 0,-2 0 0,0-1 0,0 0 0,-1 2 0,2-1 0</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54:36.870"/>
    </inkml:context>
    <inkml:brush xml:id="br0">
      <inkml:brushProperty name="width" value="0.035" units="cm"/>
      <inkml:brushProperty name="height" value="0.035" units="cm"/>
    </inkml:brush>
  </inkml:definitions>
  <inkml:trace contextRef="#ctx0" brushRef="#br0">353 373 20618,'0'-5'9830,"0"1"-8671,0 3 1,-3-2-1160,-1 3 0,1 1 0,-2 0 0,1 2 0,0 0 0,-1 2 0,3 1 0,-2 1 0,-1-1 0,2 0 0,0 1 0,1-1 0,0 1 0,0-1 0,2 0 0,0 1 0,0-1 0,0-1 0,0-1 0,0 1 0,3 1 0,1-1 0,2 0 0,0-3 0,1-2 0,-1 0 0,-2 0 0,1 0 0,0-2 0,0-3 0,-1 2 0,-1-2 0,-1 0 0,0 0 0,0-2 0,-1 1 0,1-1 0,-1 1 0,1 0 0,-2-1 0,0 1 0,-2-1 0,-1 1 0,0 0 0,1-1 0,-2 1 0,-1 1 0,-1 1 0,2 3 0,0-1 0,1 4 0,0-1 0,2 3 0,-1 1 0,0 1 0,2 1 0,0-1 0,0 0 0,0 1 0,0-2 0,2 0 0,0 0 0,2-3 0,0 0 0,3-2 0,-1-1 0,-1-1 0,-1-2 0,-3-2 0,1 0 0,-1-1 0,-1 1 0,0 0 0,0-1 0,0 1 0,0-1 0,-1 2 0,-1 0 0,-1 2 0,-2 1 0,1 0 0,-1 1 0,2 0 0,-2 2 0,0 1 0,0 1 0,-1 4 0,1 0 0,1 2 0,1-2 0,0 1 0,0-1 0,2 0 0,0-1 0,1 1 0,0-1 0,1-2 0,1 0 0,2-1 0,2-1 0,0-3 0,1-1 0,-1-2 0,0-2 0,1 0 0,-4-1 0,0 1 0,-1-1 0,1 1 0,-1 0 0,-2-1 0,0 1 0,0-1 0,-1 2 0,-1 0 0,-2 0 0,0 3 0,0-1 0,-1 0 0,-1 1 0,0 2 0,-1 0 0,1 0 0,1 0 0,1 3 0,0 1 0,0 4 0,-1-1 0,3 3 0,1-2 0,0 1 0,1 2 0,0-3 0,0 0 0,0-1 0,1-1 0,1-1 0,2-1 0,2 1 0,0-2 0,1-1 0,-1-1 0,1-1 0,1 0 0,1 0 0,-1-1 0,-1-1 0,-3-1 0,0-2 0,1 1 0,-2-1 0,-1-1 0,-1 0 0,-1-1 0,0 1 0,0-1 0,-1 3 0,-1 1 0,-2-1 0,1 0 0,-3 1 0,2-1 0,-2 1 0,0 3 0,-1 0 0,-1 0 0,-1 0 0,1 0 0,1 0 0,1 3 0,0 1 0,-1 2 0,3 0 0,0 0 0,1 1 0,2-1 0,-2 3 0,1-1 0,1 1 0,0 0 0,4-2 0,2 2 0,3-2 0,-1-3 0,2-2 0,-1-2 0,1 0 0,0-2 0,-1-1 0,1 0 0,-1-2 0,-1-1 0,-2 0 0,0-1 0,0 1 0,-4-1 0,1 1 0,-1 0 0,-1-1 0,0 1 0,0-1 0,0 1 0,-3 2 0,-1 2 0,-2-1 0,0 1 0,-1-1 0,1 2 0,-1-1 0,1 0 0,0 2 0,-1 0 0,3 2 0,0 1 0,1 0 0,-1 2 0,3 1 0,-1 0 0,1 1 0,1-1 0,0 1 0,0-1 0,0 0 0,0 1 0,3-3 0,1 0 0,2-1 0,0-2 0,1 0 0,-1-1 0,0 0 0,1 0 0,-1-3 0,1-4 0,-1-3 0</inkml:trace>
  <inkml:trace contextRef="#ctx0" brushRef="#br0" timeOffset="749">334 1 29951,'6'0'1408,"-2"0"0,-1 0-1408,-3 3 0,0 0 0,0 4 0,0-1 0,0 0 0,0 1 0,-1-1 0,0 1 0,-1-1 0,-1 0 0,3 1 0,0-4 0,0 0 0</inkml:trace>
  <inkml:trace contextRef="#ctx0" brushRef="#br0" timeOffset="1365">488 78 32767,'-6'0'0,"2"-1"0,3 0 0,2-2 0,3 2 0,0 0 0,0 1 0,1 0 0,1-3 0,0 3 0,1-3 0,-1 0 0,0 2 0,1-1 0,-1 1 0,-1 1 0,-1 0 0,1 0 0,-2 0 0,-1 1 0,-2 1 0,0 3 0,0 0 0,-2 2 0,-3-1 0,0 1 0,0 0 0,1 1 0,0 1 0,-2 2 0,2-2 0,1-2 0,3-1 0,0 1 0,3-4 0,1-1 0,2-1 0,0-1 0,4 0 0,-1 0 0</inkml:trace>
  <inkml:trace contextRef="#ctx0" brushRef="#br0" timeOffset="1965">693 174 24351,'4'3'8416,"-1"-3"-8416,-1 3 0,0-3 0,2 0 0,1 0 0,1 0 0,0 0 0,1 0 0,-1 0 0,0 1 0,-2 1 0,-1 0 0,-3 2 0,0 0 0,-3 2 0,-1-2 0,-1 0 0,1-2 0,0-1 0,2 1 0,1-1 0,-1 1 0,1-1 0,2 3 0,1-2 0,2 1 0,2 4 0,-2-1 0,-2 0 0,-1 1 0,-1-3 0,0 0 0,0 1 0,0 1 0,-1 0 0,-1-1 0,0-1 0,-3-2 0,1 2 0,-5-2 0,-1 1 0</inkml:trace>
  <inkml:trace contextRef="#ctx0" brushRef="#br0" timeOffset="2582">719 482 32767,'-4'0'0,"2"3"0,1 0 0,1 4 0,1-3 0,1-1 0,3 0 0,0-1 0,2-2 0,-1 0 0,1 0 0,-1 0 0,0-2 0,1 0 0,-1-2 0,1-1 0,-3 1 0,0 0 0,-2 3 0,3-2 0,-4 3 0,1 3 0,-1 1 0,-1 2 0,0 0 0,0 0 0,0 2 0,0 0 0,0-1 0,0 2 0,0-2 0,0-1 0</inkml:trace>
  <inkml:trace contextRef="#ctx0" brushRef="#br0" timeOffset="3084">700 642 32767,'-3'-3'0,"1"0"0,-2 3 0,0 0 0,-3 0 0,1 0 0,0 2 0,-1 0 0,3 0 0,0-1 0,1 0 0,-1 1 0,3 1 0,-1-1 0,1 0 0,1 2 0,0-2 0,0 3 0,3-1 0,0 2 0,1 1 0,1-1 0,-2 0 0,0 1 0,-1-1 0,1 1 0,-3-1 0,0 0 0,2-2 0,-1 2 0,1-2 0,-1 2 0,-4-3 0,-1-1 0,-2-1 0,-3-1 0,-1 0 0</inkml:trace>
  <inkml:trace contextRef="#ctx0" brushRef="#br0" timeOffset="3647">539 770 24351,'-3'0'8416,"-1"0"-8416,2 0 0,1 1 0,-4 1 0,3 2 0,-1 2 0,-1 1 0,0-1 0,3 0 0,-2 2 0,1-1 0,0 2 0,0 0 0,2-3 0,0 0 0,0 1 0,0-1 0,3 1 0,-2-4 0,3-1 0,0-2 0,0-2 0,-1 1 0,-3-4 0,-1 4 0,-1-1 0,1 1 0,-4 1 0,4-3 0,-5 0 0,3-4 0</inkml:trace>
  <inkml:trace contextRef="#ctx0" brushRef="#br0" timeOffset="4366">97 758 20618,'0'-5'4915,"0"1"0,0 0-4142,0-3 0,0 3 0,0 0-773,0-1 0,0 1 0,0 0 0,0 2 0,0-2 0,0 1 0,0-1 0,0 3 0,0-2 0,3 3 0,-2 0 0,3 0 0,0 1 0,1 0 0,-1 1 0,1 0 0,-1-1 0,0 1 0,1 2 0,1-1 0,-1 3 0,0-2 0,0 2 0,0 0 0,0 1 0,0 0 0,-2 1 0,0 3 0,-1-1 0,-2 1 0,0 0 0,0 1 0,0 1 0,-1-1 0,0 0 0,-1-2 0,-1-4 0,1 0 0,-2-3 0,-2-1 0</inkml:trace>
  <inkml:trace contextRef="#ctx0" brushRef="#br0" timeOffset="4999">45 424 32767,'-4'-4'0,"0"-1"0,2 4 0,-3-1 0,3 1 0,-2 1 0,0 0 0,-3 0 0,3 0 0,0 1 0,2 1 0,0 2 0,1 0 0,1 0 0,0 1 0,0 1 0,0 0 0,0 1 0,0-1 0,0 1 0,0 0 0,1 0 0,1 2 0,0 0 0,1-3 0,0 1 0,-1 2 0,-2-2 0,0 1 0,0-1 0,0 0 0,0-1 0,0 1 0,0-1 0,0 1 0,-3-4 0,1-1 0,-3-4 0,2-2 0,3-4 0,0-1 0,0-1 0,1 0 0,1-2 0,0 2 0,2 1 0,-2-2 0,2 1 0,-1 0 0,1 1 0,-3 2 0,5-2 0,-2-1 0</inkml:trace>
  <inkml:trace contextRef="#ctx0" brushRef="#br0" timeOffset="5547">33 347 32767,'0'-6'0,"0"-1"0,0 1 0,0-1 0,0 1 0,2-1 0,1-1 0,-1-1 0,1-1 0,0 1 0,-1-1 0,0-1 0,-1 1 0,0 1 0,-1 2 0,0 1 0,0-1 0,-1 1 0,-1 0 0,1 2 0,-4 2 0,1 2 0,0 2 0,-1-1 0,3 4 0,-1 0 0,0 0 0,-1 2 0,1-1 0,1 0 0,-1-2 0,3 2 0,-2-2 0,1-1 0,4 0 0,1-4 0,2-1 0,-2-2 0,0-2 0,1 0 0,1-4 0,0 0 0</inkml:trace>
  <inkml:trace contextRef="#ctx0" brushRef="#br0" timeOffset="5866">84 148 32767,'0'-6'0,"0"-1"0,0 1 0,1 0 0,0-1 0,1 1 0,2-1 0,-1 0 0,-1-1 0,1 0 0,-3-1 0,2 3 0,2-3 0,0-1 0</inkml:trace>
  <inkml:trace contextRef="#ctx0" brushRef="#br0" timeOffset="6182">180 58 20618,'-2'-4'4915,"0"0"0,-2 2-3756,1-3 1,1 4-1160,-1-1 0,2-1 0,-3 1 0,2 0 0,-2 2 0,1 3 0,2 1 0,-2 2 0,1 0 0,0 0 0,2 1 0,0-3 0,0 0 0,0 1 0,0 1 0,2-2 0,2-1 0,0-1 0,1 0 0,-3 0 0,2-2 0,1 0 0,1-3 0,-1-1 0,0-2 0,0 0 0,-3-1 0,3 1 0,-2-1 0</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54:46.466"/>
    </inkml:context>
    <inkml:brush xml:id="br0">
      <inkml:brushProperty name="width" value="0.035" units="cm"/>
      <inkml:brushProperty name="height" value="0.035" units="cm"/>
    </inkml:brush>
  </inkml:definitions>
  <inkml:trace contextRef="#ctx0" brushRef="#br0">13 19 32767,'-4'0'0,"2"-3"0,2-1 0,-3-2 0,-1 0 0</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54:46.616"/>
    </inkml:context>
    <inkml:brush xml:id="br0">
      <inkml:brushProperty name="width" value="0.035" units="cm"/>
      <inkml:brushProperty name="height" value="0.035" units="cm"/>
    </inkml:brush>
  </inkml:definitions>
  <inkml:trace contextRef="#ctx0" brushRef="#br0">462 392 20618,'-4'0'0,"0"-1"2457,-1-1 1,2 0-1,0-1 1,1-1-1879,0 1 1,-1-2 0,3-1 0,0-1-580,0 1 0,0-2 0,0-2 0,-2 0 0,1 0 0,-2-3 0</inkml:trace>
  <inkml:trace contextRef="#ctx0" brushRef="#br0" timeOffset="200">398 283 20618,'-4'-3'0,"0"1"3276,1-2 1,-1 0 0,2-3-2698,0 1 1,0-1 0,-1 1 0,2 0-580,0-1 0,1 1 0,0-1 0,-3 1 0,2 0 0,-3 2 0,2 1 0,-3 3 0,4 3 0,-1 1 0,1 2 0,1 0 0,0 1 0,0-1 0,0 1 0</inkml:trace>
  <inkml:trace contextRef="#ctx0" brushRef="#br0" timeOffset="366">398 231 25595,'-3'-4'3586,"-1"0"0,-2-1-3586,0-1 0,-1 0 0,1-1 0,-1 1 0,1 0 0,0 2 0,-1 2 0,1 1 0,-1 1 0,1 0 0,0 0 0,-1 3 0,1 1 0,-1 2 0,-2 0 0,-1 1 0</inkml:trace>
  <inkml:trace contextRef="#ctx0" brushRef="#br0" timeOffset="735">180 90 20618,'-7'0'4666,"1"0"1,0 0-3729,-1 0 1,3 0 0,0 0-939,-1 0 0,2 0 0,0-3 0,3 3 0,0-3 0,0 2 0,1 0 0,1-2 0,-1 1 0,1-1 0,-2-1 0,0 1 0,0-2 0,0 0 0,0 2 0,0-2 0,0 0 0,0 0 0,-2 1 0,-1-1 0,0 0 0,-1 0 0,-3-1 0,1 2 0,1 0 0,1 3 0,-1-2 0,-1 2 0,-3 0 0,-1 1 0</inkml:trace>
  <inkml:trace contextRef="#ctx0" brushRef="#br0" timeOffset="917">26 45 20618,'3'-4'9333,"0"0"-7925,0 2 0,-1-3-1408,2 3 0,-3 0 0,2 2 0,-6 2 0,-1 0 0,-2 0 0,2 1 0,0-1 0,-1-1 0,1 0 0,0-1 0,3 0 0,-5-3 0,2-1 0</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54:45.984"/>
    </inkml:context>
    <inkml:brush xml:id="br0">
      <inkml:brushProperty name="width" value="0.035" units="cm"/>
      <inkml:brushProperty name="height" value="0.035" units="cm"/>
    </inkml:brush>
  </inkml:definitions>
  <inkml:trace contextRef="#ctx0" brushRef="#br0">0 167 20618,'6'-4'3111,"-2"-1"0,2 3 0,-2-2-1703,2-1 0,-2 1-1408,-2 0 0,-2 3 0,0-2 0,0 3 0,-2-3 0,-2-1 0</inkml:trace>
  <inkml:trace contextRef="#ctx0" brushRef="#br0" timeOffset="215">77 154 20618,'0'6'4915,"1"-2"0,1-3-4336,2-2 1,2-3 0,1-2 0,0-1-580,1-2 0,0 1 0,3-2 0,0-2 0,1 0 0,1 0 0,-1 1 0,0 0 0,-2 0 0,-2 1 0,4-2 0,-2 2 0</inkml:trace>
  <inkml:trace contextRef="#ctx0" brushRef="#br0" timeOffset="332">257 0 20618,'-4'3'4915,"-1"-2"0,3 3-3756,-2-1 1,3-2-1160,-2-3 0,3-2 0,0-2 0</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54:45.216"/>
    </inkml:context>
    <inkml:brush xml:id="br0">
      <inkml:brushProperty name="width" value="0.035" units="cm"/>
      <inkml:brushProperty name="height" value="0.035" units="cm"/>
    </inkml:brush>
  </inkml:definitions>
  <inkml:trace contextRef="#ctx0" brushRef="#br0">29 0 20618,'-4'9'4915,"0"-1"0,0 0-4142,1-1 0,-1 0 0,-1-1-773,1-2 0,3-1 0,1-3 0,3-3 0,4-1 0,-1-2 0,0-3 0,1-1 0</inkml:trace>
  <inkml:trace contextRef="#ctx0" brushRef="#br0" timeOffset="233">35 90 20618,'-3'6'2457,"-1"-2"1,-1 2-1,0-3 1,2 2-1685,0-1 0,1-2 0,2 2-773,0 1 0,0-1 0,0 0 0,2-2 0,3 3 0,0 0 0,2-2 0,-1 1 0,1-1 0,-1 1 0,1-2 0,-1-1 0,0 0 0,1 1 0,1 0 0,1 0 0,-1-1 0,-1-1 0,-1 0 0,4 0 0,0 0 0</inkml:trace>
  <inkml:trace contextRef="#ctx0" brushRef="#br0" timeOffset="350">125 225 20618,'0'6'4915,"0"1"0,-2-3-2596,0 0-2319,0 1 0,-1 1 0,-1 0 0</inkml:trace>
  <inkml:trace contextRef="#ctx0" brushRef="#br0" timeOffset="466">151 289 32767,'0'4'0,"3"-2"0,-2-2 0,3 0 0,1-2 0,1-2 0</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54:44.737"/>
    </inkml:context>
    <inkml:brush xml:id="br0">
      <inkml:brushProperty name="width" value="0.035" units="cm"/>
      <inkml:brushProperty name="height" value="0.035" units="cm"/>
    </inkml:brush>
  </inkml:definitions>
  <inkml:trace contextRef="#ctx0" brushRef="#br0">109 0 24351,'-6'3'2104,"0"1"0,-1 0 0,1 0 0,-1 1-2104,1 1 0,0 2 0,1 2 0,1 0 0,-1 1 0,1-1 0,1 0 0,0-1 0,1-1 0,2-4 0,0 2 0,0-2 0</inkml:trace>
  <inkml:trace contextRef="#ctx0" brushRef="#br0" timeOffset="262">26 122 20618,'-4'10'3111,"-1"-1"0,3-2 0,-1-1-1703,0 0 0,-1 1-1408,1-1 0,1-1 0,2-1 0,0-3 0,0 2 0,0-3 0,3 0 0,1 0 0</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3T02:55:19.366"/>
    </inkml:context>
    <inkml:brush xml:id="br0">
      <inkml:brushProperty name="width" value="0.035" units="cm"/>
      <inkml:brushProperty name="height" value="0.035" units="cm"/>
    </inkml:brush>
  </inkml:definitions>
  <inkml:trace contextRef="#ctx0" brushRef="#br0">1 13 23026,'0'3'9741,"3"3"-9741,-3-5 0,3 2 0,-3-3 0,0 0 0,3 0 0,-2 0 0,4 0 0,-3 0 0,2 0 0,-2 0 0,3 0 0,-3 0 0,2 0 0,1 0 0,-1 0 0,0 0 0,0 0 0,2 0 0,1 0 0,-1 0 0,-1 0 0,-1 0 0,1 0 0,-2 0 0,2 0 0,0 0 0,-2 0 0,2 0 0,0 0 0,0 0 0,2 0 0,-1 0 0,-2 0 0,1 0 0,0 0 0,0 0 0,2 0 0,-1 0 0,1 0 0,-1 0 0,0 0 0,-1 0 0,-1 0 0,1 0 0,1 0 0,-2 0 0,0 0 0,1 0 0,1 0 0,0 0 0,1 0 0,-1 0 0,-2 0 0,1 0 0,0 0 0,-2 0 0,1 0 0,1 0 0,1 0 0,-2 0 0,1 0 0,-1 0 0,2 0 0,1 0 0,-1 0 0,-1 0 0,-1 0 0,0 0 0,2 0 0,1 0 0,-3-1 0,0 0 0,1-2 0,1 1 0,1 2 0,-1 0 0,0 0 0,1 0 0,-1 0 0,0 0 0,-1-2 0,-1 0 0,0 0 0,3 2 0,-3 0 0,0-1 0,-1 0 0,1-1 0,-2-1 0,2 3 0,1 0 0,1 0 0,0 0 0,1 0 0,-3 0 0,0 0 0,1 0 0,1 0 0,0 0 0,1 0 0,-1 0 0,-1 0 0,-1 0 0,1 0 0,-2 0 0,2 0 0,0 0 0,0 0 0,1 0 0,-1-2 0,-1 0 0,1 0 0,1 2 0,0 0 0,1 0 0,-1 0 0,1 0 0,-3 0 0,0 0 0,1 0 0,-1 0 0,0 0 0,1 0 0,-1 0 0,0 0 0,1 0 0,1 0 0,0 0 0,0 0 0,1 0 0,-1 0 0,1 0 0,-1 0 0,0 0 0,1 0 0,-3 0 0,0 0 0,1 0 0,1 0 0,0 0 0,1 0 0,-1 0 0,1 0 0,-1 0 0,1 0 0,-1 0 0,0 0 0,1 0 0,-3 0 0,0 0 0,1 0 0,-1 0 0,0 0 0,1 0 0,-1 0 0,0 0 0,1 0 0,1 0 0,0 0 0,1 0 0,-1 0 0,0 0 0,1 0 0,-1 0 0,1 0 0,-1 1 0,0 1 0,1-1 0,-1 1 0,1-2 0,-1 0 0,1 0 0,-1 0 0,0 0 0,1 0 0,-1 0 0,1 0 0,-1 0 0,0 0 0,1 0 0,-1 0 0,1 0 0,-1 0 0,0 0 0,1 0 0,-1 3 0,1-1 0,-1-1 0,1 0 0,-1-1 0,-2 0 0,1 0 0,0 0 0,-2 0 0,1 0 0,1 0 0,-1 0 0,0 0 0,1 0 0,-1 0 0,0 0 0,1 0 0,1 0 0,0 1 0,1 0 0,-1 1 0,0 0 0,1-2 0,-1 0 0,1 0 0,-3 0 0,0 0 0,1 0 0,-1 0 0,0 0 0,1 0 0,1 0 0,0 0 0,0 0 0,1 0 0,-1 0 0,1 0 0,-1 0 0,-2 0 0,1 0 0,0 0 0,0 0 0,2 0 0,-1 0 0,-2 0 0,1 0 0,0 0 0,-2 0 0,2 0 0,0 0 0,-2 0 0,1 0 0,1 0 0,1 0 0,-2 0 0,1 0 0,0 0 0,0 0 0,2 0 0,-3 0 0,0 0 0,1 0 0,1 0 0,0 0 0,-1 0 0,-1 0 0,-2 0 0,2 0 0,1 0 0,1 0 0,-2 0 0,1 0 0,-3 0 0,2 0 0,-2 0 0,2 0 0,-1 0 0,1 0 0,1 0 0,1 0 0,0 0 0,0 0 0,1 0 0,-1 0 0,1 0 0,-1 0 0,0 0 0,1 0 0,-1 0 0,1 0 0,-1 0 0,1 0 0,-3 0 0,0 0 0,-2 0 0,3 0 0,-4 0 0,2 0 0,-3 0 0,3-3 0,-3 3 0,3-3 0,-3 3 0,0 0 0,3 0 0,-2 0 0,2 0 0,-3 0 0,-3-3 0,-1-1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4D8FD12-8291-4763-AC0E-254D5C6DCCD7}" type="datetimeFigureOut">
              <a:rPr lang="en-US" smtClean="0"/>
              <a:t>4/23/2025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7D6AEEA-F7E6-4A4D-80A2-E8C855F8D4EA}" type="slidenum">
              <a:rPr lang="en-US" smtClean="0"/>
              <a:t>‹#›</a:t>
            </a:fld>
            <a:endParaRPr lang="en-US"/>
          </a:p>
        </p:txBody>
      </p:sp>
    </p:spTree>
    <p:extLst>
      <p:ext uri="{BB962C8B-B14F-4D97-AF65-F5344CB8AC3E}">
        <p14:creationId xmlns:p14="http://schemas.microsoft.com/office/powerpoint/2010/main" val="696343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7CEA2FFA-9519-E947-A77B-3629CB771031}"/>
              </a:ext>
            </a:extLst>
          </p:cNvPr>
          <p:cNvSpPr>
            <a:spLocks noGrp="1"/>
          </p:cNvSpPr>
          <p:nvPr>
            <p:ph type="dt" sz="half" idx="10"/>
          </p:nvPr>
        </p:nvSpPr>
        <p:spPr/>
        <p:txBody>
          <a:bodyPr/>
          <a:lstStyle/>
          <a:p>
            <a:fld id="{7DE54394-0A55-9E4B-9093-4E3BE26D1CC3}" type="datetimeFigureOut">
              <a:rPr lang="en-US" smtClean="0">
                <a:latin typeface="Helvetica" pitchFamily="2" charset="0"/>
              </a:rPr>
              <a:pPr/>
              <a:t>4/23/2025</a:t>
            </a:fld>
            <a:endParaRPr lang="en-US" dirty="0">
              <a:latin typeface="Helvetica" pitchFamily="2" charset="0"/>
            </a:endParaRPr>
          </a:p>
        </p:txBody>
      </p:sp>
      <p:sp>
        <p:nvSpPr>
          <p:cNvPr id="4" name="Footer Placeholder 3">
            <a:extLst>
              <a:ext uri="{FF2B5EF4-FFF2-40B4-BE49-F238E27FC236}">
                <a16:creationId xmlns:a16="http://schemas.microsoft.com/office/drawing/2014/main" id="{918BA114-198C-2A45-8320-BA9851F6AA54}"/>
              </a:ext>
            </a:extLst>
          </p:cNvPr>
          <p:cNvSpPr>
            <a:spLocks noGrp="1"/>
          </p:cNvSpPr>
          <p:nvPr>
            <p:ph type="ftr" sz="quarter" idx="11"/>
          </p:nvPr>
        </p:nvSpPr>
        <p:spPr/>
        <p:txBody>
          <a:bodyPr/>
          <a:lstStyle/>
          <a:p>
            <a:r>
              <a:rPr lang="en-US"/>
              <a:t>Add department / title name</a:t>
            </a:r>
            <a:endParaRPr lang="en-US" dirty="0"/>
          </a:p>
        </p:txBody>
      </p:sp>
      <p:sp>
        <p:nvSpPr>
          <p:cNvPr id="5" name="Slide Number Placeholder 4">
            <a:extLst>
              <a:ext uri="{FF2B5EF4-FFF2-40B4-BE49-F238E27FC236}">
                <a16:creationId xmlns:a16="http://schemas.microsoft.com/office/drawing/2014/main" id="{B65C6B9B-694E-564C-ACDD-2B9AA1B3F727}"/>
              </a:ext>
            </a:extLst>
          </p:cNvPr>
          <p:cNvSpPr>
            <a:spLocks noGrp="1"/>
          </p:cNvSpPr>
          <p:nvPr>
            <p:ph type="sldNum" sz="quarter" idx="12"/>
          </p:nvPr>
        </p:nvSpPr>
        <p:spPr/>
        <p:txBody>
          <a:bodyPr/>
          <a:lstStyle/>
          <a:p>
            <a:fld id="{8A16B8CB-D56F-2744-807F-154426EF1DF6}" type="slidenum">
              <a:rPr lang="en-US" smtClean="0"/>
              <a:pPr/>
              <a:t>‹#›</a:t>
            </a:fld>
            <a:endParaRPr lang="en-US" dirty="0"/>
          </a:p>
        </p:txBody>
      </p:sp>
      <p:pic>
        <p:nvPicPr>
          <p:cNvPr id="14" name="Picture 13">
            <a:extLst>
              <a:ext uri="{FF2B5EF4-FFF2-40B4-BE49-F238E27FC236}">
                <a16:creationId xmlns:a16="http://schemas.microsoft.com/office/drawing/2014/main" id="{F8A2D5A8-0D18-8340-9237-AECB4505A3D7}"/>
              </a:ext>
            </a:extLst>
          </p:cNvPr>
          <p:cNvPicPr>
            <a:picLocks noChangeAspect="1"/>
          </p:cNvPicPr>
          <p:nvPr userDrawn="1"/>
        </p:nvPicPr>
        <p:blipFill>
          <a:blip r:embed="rId2"/>
          <a:stretch>
            <a:fillRect/>
          </a:stretch>
        </p:blipFill>
        <p:spPr>
          <a:xfrm>
            <a:off x="22724" y="0"/>
            <a:ext cx="9121276" cy="6858000"/>
          </a:xfrm>
          <a:prstGeom prst="rect">
            <a:avLst/>
          </a:prstGeom>
        </p:spPr>
      </p:pic>
      <p:sp>
        <p:nvSpPr>
          <p:cNvPr id="6" name="Title Placeholder 12">
            <a:extLst>
              <a:ext uri="{FF2B5EF4-FFF2-40B4-BE49-F238E27FC236}">
                <a16:creationId xmlns:a16="http://schemas.microsoft.com/office/drawing/2014/main" id="{6E5775B4-F0E7-4A48-BF5D-AF263FA2D60C}"/>
              </a:ext>
            </a:extLst>
          </p:cNvPr>
          <p:cNvSpPr>
            <a:spLocks noGrp="1"/>
          </p:cNvSpPr>
          <p:nvPr>
            <p:ph type="title" hasCustomPrompt="1"/>
          </p:nvPr>
        </p:nvSpPr>
        <p:spPr>
          <a:xfrm>
            <a:off x="589649" y="524026"/>
            <a:ext cx="7886700" cy="4424856"/>
          </a:xfrm>
          <a:prstGeom prst="rect">
            <a:avLst/>
          </a:prstGeom>
        </p:spPr>
        <p:txBody>
          <a:bodyPr vert="horz" lIns="91440" tIns="45720" rIns="91440" bIns="45720" rtlCol="0" anchor="ctr">
            <a:noAutofit/>
          </a:bodyPr>
          <a:lstStyle>
            <a:lvl1pPr>
              <a:defRPr sz="3200"/>
            </a:lvl1pPr>
          </a:lstStyle>
          <a:p>
            <a:r>
              <a:rPr lang="en-US" dirty="0"/>
              <a:t>Click to edit </a:t>
            </a:r>
            <a:br>
              <a:rPr lang="en-US" dirty="0"/>
            </a:br>
            <a:r>
              <a:rPr lang="en-US" dirty="0"/>
              <a:t>Master title style</a:t>
            </a:r>
          </a:p>
        </p:txBody>
      </p:sp>
      <p:sp>
        <p:nvSpPr>
          <p:cNvPr id="7" name="Text Placeholder 2">
            <a:extLst>
              <a:ext uri="{FF2B5EF4-FFF2-40B4-BE49-F238E27FC236}">
                <a16:creationId xmlns:a16="http://schemas.microsoft.com/office/drawing/2014/main" id="{9B9DD850-EB65-E74F-922F-F4E9D2D6B834}"/>
              </a:ext>
            </a:extLst>
          </p:cNvPr>
          <p:cNvSpPr>
            <a:spLocks noGrp="1"/>
          </p:cNvSpPr>
          <p:nvPr>
            <p:ph idx="1"/>
          </p:nvPr>
        </p:nvSpPr>
        <p:spPr>
          <a:xfrm>
            <a:off x="599464" y="4991207"/>
            <a:ext cx="7032050" cy="938745"/>
          </a:xfrm>
          <a:prstGeom prst="rect">
            <a:avLst/>
          </a:prstGeom>
        </p:spPr>
        <p:txBody>
          <a:bodyPr vert="horz" lIns="91440" tIns="45720" rIns="91440" bIns="45720" rtlCol="0">
            <a:normAutofit/>
          </a:bodyPr>
          <a:lstStyle>
            <a:lvl1pPr>
              <a:defRPr sz="2000">
                <a:solidFill>
                  <a:schemeClr val="bg1">
                    <a:lumMod val="75000"/>
                  </a:schemeClr>
                </a:solidFill>
              </a:defRPr>
            </a:lvl1pPr>
          </a:lstStyle>
          <a:p>
            <a:pPr lvl="0"/>
            <a:r>
              <a:rPr lang="en-US"/>
              <a:t>Click to edit Master text styles</a:t>
            </a:r>
          </a:p>
        </p:txBody>
      </p:sp>
    </p:spTree>
    <p:extLst>
      <p:ext uri="{BB962C8B-B14F-4D97-AF65-F5344CB8AC3E}">
        <p14:creationId xmlns:p14="http://schemas.microsoft.com/office/powerpoint/2010/main" val="31519061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06C2608-EBCA-CD43-998A-13A8FDB5E2D0}"/>
              </a:ext>
            </a:extLst>
          </p:cNvPr>
          <p:cNvSpPr>
            <a:spLocks noGrp="1"/>
          </p:cNvSpPr>
          <p:nvPr>
            <p:ph type="dt" sz="half" idx="10"/>
          </p:nvPr>
        </p:nvSpPr>
        <p:spPr/>
        <p:txBody>
          <a:bodyPr/>
          <a:lstStyle>
            <a:lvl1pPr>
              <a:defRPr b="0" i="0">
                <a:latin typeface="Helvetica" pitchFamily="2" charset="0"/>
              </a:defRPr>
            </a:lvl1pPr>
          </a:lstStyle>
          <a:p>
            <a:fld id="{7DE54394-0A55-9E4B-9093-4E3BE26D1CC3}" type="datetimeFigureOut">
              <a:rPr lang="en-US" smtClean="0"/>
              <a:pPr/>
              <a:t>4/23/2025</a:t>
            </a:fld>
            <a:endParaRPr lang="en-US" dirty="0"/>
          </a:p>
        </p:txBody>
      </p:sp>
      <p:sp>
        <p:nvSpPr>
          <p:cNvPr id="5" name="Footer Placeholder 4">
            <a:extLst>
              <a:ext uri="{FF2B5EF4-FFF2-40B4-BE49-F238E27FC236}">
                <a16:creationId xmlns:a16="http://schemas.microsoft.com/office/drawing/2014/main" id="{76342C9E-A648-8948-B2CE-DAE4F9E993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290DC5-CC32-C048-B807-7FB3B1AB72CA}"/>
              </a:ext>
            </a:extLst>
          </p:cNvPr>
          <p:cNvSpPr>
            <a:spLocks noGrp="1"/>
          </p:cNvSpPr>
          <p:nvPr>
            <p:ph type="sldNum" sz="quarter" idx="12"/>
          </p:nvPr>
        </p:nvSpPr>
        <p:spPr/>
        <p:txBody>
          <a:bodyPr/>
          <a:lstStyle/>
          <a:p>
            <a:fld id="{8A16B8CB-D56F-2744-807F-154426EF1DF6}" type="slidenum">
              <a:rPr lang="en-US" smtClean="0"/>
              <a:t>‹#›</a:t>
            </a:fld>
            <a:endParaRPr lang="en-US"/>
          </a:p>
        </p:txBody>
      </p:sp>
      <p:sp>
        <p:nvSpPr>
          <p:cNvPr id="9" name="Title Placeholder 1">
            <a:extLst>
              <a:ext uri="{FF2B5EF4-FFF2-40B4-BE49-F238E27FC236}">
                <a16:creationId xmlns:a16="http://schemas.microsoft.com/office/drawing/2014/main" id="{8734DBAE-BB9B-FD48-B664-5EB48F2D27FA}"/>
              </a:ext>
            </a:extLst>
          </p:cNvPr>
          <p:cNvSpPr>
            <a:spLocks noGrp="1"/>
          </p:cNvSpPr>
          <p:nvPr>
            <p:ph type="title" hasCustomPrompt="1"/>
          </p:nvPr>
        </p:nvSpPr>
        <p:spPr>
          <a:xfrm>
            <a:off x="883690" y="139986"/>
            <a:ext cx="8474839" cy="594601"/>
          </a:xfrm>
          <a:prstGeom prst="rect">
            <a:avLst/>
          </a:prstGeom>
        </p:spPr>
        <p:txBody>
          <a:bodyPr vert="horz" lIns="91440" tIns="45720" rIns="91440" bIns="45720" rtlCol="0" anchor="ctr">
            <a:normAutofit/>
          </a:bodyPr>
          <a:lstStyle>
            <a:lvl1pPr algn="l">
              <a:defRPr sz="2400" kern="1300" baseline="0">
                <a:solidFill>
                  <a:schemeClr val="tx1"/>
                </a:solidFill>
                <a:latin typeface="Georgia" panose="02040502050405020303" pitchFamily="18" charset="0"/>
              </a:defRPr>
            </a:lvl1pPr>
          </a:lstStyle>
          <a:p>
            <a:r>
              <a:rPr lang="en-US" dirty="0"/>
              <a:t>Click to edit title style</a:t>
            </a:r>
          </a:p>
        </p:txBody>
      </p:sp>
      <p:sp>
        <p:nvSpPr>
          <p:cNvPr id="12" name="Text Placeholder 2">
            <a:extLst>
              <a:ext uri="{FF2B5EF4-FFF2-40B4-BE49-F238E27FC236}">
                <a16:creationId xmlns:a16="http://schemas.microsoft.com/office/drawing/2014/main" id="{7A233D3F-0958-F94B-9E02-539A512A0CAC}"/>
              </a:ext>
            </a:extLst>
          </p:cNvPr>
          <p:cNvSpPr>
            <a:spLocks noGrp="1"/>
          </p:cNvSpPr>
          <p:nvPr>
            <p:ph idx="1"/>
          </p:nvPr>
        </p:nvSpPr>
        <p:spPr>
          <a:xfrm>
            <a:off x="1050878" y="1195295"/>
            <a:ext cx="7728383" cy="4761953"/>
          </a:xfrm>
          <a:prstGeom prst="rect">
            <a:avLst/>
          </a:prstGeom>
        </p:spPr>
        <p:txBody>
          <a:bodyPr vert="horz" lIns="91440" tIns="45720" rIns="91440" bIns="45720" rtlCol="0">
            <a:normAutofit/>
          </a:bodyPr>
          <a:lstStyle>
            <a:lvl1pPr algn="l">
              <a:defRPr sz="1800" cap="none" baseline="0">
                <a:solidFill>
                  <a:srgbClr val="0033A0"/>
                </a:solidFill>
              </a:defRPr>
            </a:lvl1pPr>
            <a:lvl2pPr marL="600060" indent="-257168" algn="l">
              <a:buFont typeface="Wingdings" pitchFamily="2" charset="2"/>
              <a:buChar char="§"/>
              <a:defRPr sz="1500" b="0" i="0">
                <a:solidFill>
                  <a:srgbClr val="0033A0"/>
                </a:solidFill>
                <a:latin typeface="Helvetica" pitchFamily="2" charset="0"/>
              </a:defRPr>
            </a:lvl2pPr>
            <a:lvl3pPr marL="942952" indent="-257168" algn="l">
              <a:buFont typeface="Wingdings" pitchFamily="2" charset="2"/>
              <a:buChar char="§"/>
              <a:defRPr sz="1350" b="0" i="0">
                <a:solidFill>
                  <a:srgbClr val="0033A0"/>
                </a:solidFill>
                <a:latin typeface="Helvetica" pitchFamily="2" charset="0"/>
              </a:defRPr>
            </a:lvl3pPr>
            <a:lvl4pPr marL="1242982" indent="-214308" algn="l">
              <a:buFont typeface="Wingdings" pitchFamily="2" charset="2"/>
              <a:buChar char="§"/>
              <a:defRPr sz="1200" b="0" i="0">
                <a:solidFill>
                  <a:srgbClr val="0033A0"/>
                </a:solidFill>
                <a:latin typeface="Helvetica" pitchFamily="2" charset="0"/>
              </a:defRPr>
            </a:lvl4pPr>
            <a:lvl5pPr marL="1585874" indent="-214308" algn="l">
              <a:buFont typeface="Wingdings" pitchFamily="2" charset="2"/>
              <a:buChar char="§"/>
              <a:defRPr sz="1200" b="0" i="0">
                <a:solidFill>
                  <a:srgbClr val="0033A0"/>
                </a:solidFill>
                <a:latin typeface="Helvetica"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7520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06C2608-EBCA-CD43-998A-13A8FDB5E2D0}"/>
              </a:ext>
            </a:extLst>
          </p:cNvPr>
          <p:cNvSpPr>
            <a:spLocks noGrp="1"/>
          </p:cNvSpPr>
          <p:nvPr>
            <p:ph type="dt" sz="half" idx="10"/>
          </p:nvPr>
        </p:nvSpPr>
        <p:spPr/>
        <p:txBody>
          <a:bodyPr/>
          <a:lstStyle>
            <a:lvl1pPr>
              <a:defRPr b="0" i="0">
                <a:latin typeface="Helvetica" pitchFamily="2" charset="0"/>
              </a:defRPr>
            </a:lvl1pPr>
          </a:lstStyle>
          <a:p>
            <a:fld id="{7DE54394-0A55-9E4B-9093-4E3BE26D1CC3}" type="datetimeFigureOut">
              <a:rPr lang="en-US" smtClean="0"/>
              <a:pPr/>
              <a:t>4/23/2025</a:t>
            </a:fld>
            <a:endParaRPr lang="en-US" dirty="0"/>
          </a:p>
        </p:txBody>
      </p:sp>
      <p:sp>
        <p:nvSpPr>
          <p:cNvPr id="5" name="Footer Placeholder 4">
            <a:extLst>
              <a:ext uri="{FF2B5EF4-FFF2-40B4-BE49-F238E27FC236}">
                <a16:creationId xmlns:a16="http://schemas.microsoft.com/office/drawing/2014/main" id="{76342C9E-A648-8948-B2CE-DAE4F9E993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290DC5-CC32-C048-B807-7FB3B1AB72CA}"/>
              </a:ext>
            </a:extLst>
          </p:cNvPr>
          <p:cNvSpPr>
            <a:spLocks noGrp="1"/>
          </p:cNvSpPr>
          <p:nvPr>
            <p:ph type="sldNum" sz="quarter" idx="12"/>
          </p:nvPr>
        </p:nvSpPr>
        <p:spPr/>
        <p:txBody>
          <a:bodyPr/>
          <a:lstStyle/>
          <a:p>
            <a:fld id="{8A16B8CB-D56F-2744-807F-154426EF1DF6}" type="slidenum">
              <a:rPr lang="en-US" smtClean="0"/>
              <a:t>‹#›</a:t>
            </a:fld>
            <a:endParaRPr lang="en-US"/>
          </a:p>
        </p:txBody>
      </p:sp>
      <p:sp>
        <p:nvSpPr>
          <p:cNvPr id="9" name="Title Placeholder 1">
            <a:extLst>
              <a:ext uri="{FF2B5EF4-FFF2-40B4-BE49-F238E27FC236}">
                <a16:creationId xmlns:a16="http://schemas.microsoft.com/office/drawing/2014/main" id="{8734DBAE-BB9B-FD48-B664-5EB48F2D27FA}"/>
              </a:ext>
            </a:extLst>
          </p:cNvPr>
          <p:cNvSpPr>
            <a:spLocks noGrp="1"/>
          </p:cNvSpPr>
          <p:nvPr>
            <p:ph type="title" hasCustomPrompt="1"/>
          </p:nvPr>
        </p:nvSpPr>
        <p:spPr>
          <a:xfrm>
            <a:off x="880278" y="143303"/>
            <a:ext cx="8474839" cy="594601"/>
          </a:xfrm>
          <a:prstGeom prst="rect">
            <a:avLst/>
          </a:prstGeom>
        </p:spPr>
        <p:txBody>
          <a:bodyPr vert="horz" lIns="91440" tIns="45720" rIns="91440" bIns="45720" rtlCol="0" anchor="ctr">
            <a:normAutofit/>
          </a:bodyPr>
          <a:lstStyle>
            <a:lvl1pPr algn="l">
              <a:defRPr sz="2400" kern="1300" baseline="0">
                <a:solidFill>
                  <a:schemeClr val="tx1"/>
                </a:solidFill>
                <a:latin typeface="Georgia" panose="02040502050405020303" pitchFamily="18" charset="0"/>
              </a:defRPr>
            </a:lvl1pPr>
          </a:lstStyle>
          <a:p>
            <a:r>
              <a:rPr lang="en-US" dirty="0"/>
              <a:t>Click to edit title style</a:t>
            </a:r>
          </a:p>
        </p:txBody>
      </p:sp>
      <p:sp>
        <p:nvSpPr>
          <p:cNvPr id="12" name="Text Placeholder 2">
            <a:extLst>
              <a:ext uri="{FF2B5EF4-FFF2-40B4-BE49-F238E27FC236}">
                <a16:creationId xmlns:a16="http://schemas.microsoft.com/office/drawing/2014/main" id="{7A233D3F-0958-F94B-9E02-539A512A0CAC}"/>
              </a:ext>
            </a:extLst>
          </p:cNvPr>
          <p:cNvSpPr>
            <a:spLocks noGrp="1"/>
          </p:cNvSpPr>
          <p:nvPr>
            <p:ph idx="1"/>
          </p:nvPr>
        </p:nvSpPr>
        <p:spPr>
          <a:xfrm>
            <a:off x="1018464" y="1324951"/>
            <a:ext cx="7663651" cy="1998279"/>
          </a:xfrm>
          <a:prstGeom prst="rect">
            <a:avLst/>
          </a:prstGeom>
        </p:spPr>
        <p:txBody>
          <a:bodyPr vert="horz" lIns="91440" tIns="45720" rIns="91440" bIns="45720" rtlCol="0">
            <a:normAutofit/>
          </a:bodyPr>
          <a:lstStyle>
            <a:lvl1pPr algn="l">
              <a:defRPr sz="1800" cap="none" baseline="0">
                <a:solidFill>
                  <a:srgbClr val="0033A0"/>
                </a:solidFill>
              </a:defRPr>
            </a:lvl1pPr>
            <a:lvl2pPr marL="600060" indent="-257168" algn="l">
              <a:buFont typeface="Wingdings" pitchFamily="2" charset="2"/>
              <a:buChar char="§"/>
              <a:defRPr sz="1500" b="0" i="0">
                <a:solidFill>
                  <a:srgbClr val="0033A0"/>
                </a:solidFill>
                <a:latin typeface="Helvetica" pitchFamily="2" charset="0"/>
              </a:defRPr>
            </a:lvl2pPr>
            <a:lvl3pPr marL="942952" indent="-257168" algn="l">
              <a:buFont typeface="Wingdings" pitchFamily="2" charset="2"/>
              <a:buChar char="§"/>
              <a:defRPr sz="1350" b="0" i="0">
                <a:solidFill>
                  <a:srgbClr val="0033A0"/>
                </a:solidFill>
                <a:latin typeface="Helvetica" pitchFamily="2" charset="0"/>
              </a:defRPr>
            </a:lvl3pPr>
            <a:lvl4pPr marL="1242982" indent="-214308" algn="l">
              <a:buFont typeface="Wingdings" pitchFamily="2" charset="2"/>
              <a:buChar char="§"/>
              <a:defRPr sz="1200" b="0" i="0">
                <a:solidFill>
                  <a:srgbClr val="0033A0"/>
                </a:solidFill>
                <a:latin typeface="Helvetica" pitchFamily="2" charset="0"/>
              </a:defRPr>
            </a:lvl4pPr>
            <a:lvl5pPr marL="1585874" indent="-214308" algn="l">
              <a:buFont typeface="Wingdings" pitchFamily="2" charset="2"/>
              <a:buChar char="§"/>
              <a:defRPr sz="1200" b="0" i="0">
                <a:solidFill>
                  <a:srgbClr val="0033A0"/>
                </a:solidFill>
                <a:latin typeface="Helvetica"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2">
            <a:extLst>
              <a:ext uri="{FF2B5EF4-FFF2-40B4-BE49-F238E27FC236}">
                <a16:creationId xmlns:a16="http://schemas.microsoft.com/office/drawing/2014/main" id="{A5716DEB-ACC5-334E-B749-4E5073D539E5}"/>
              </a:ext>
            </a:extLst>
          </p:cNvPr>
          <p:cNvSpPr>
            <a:spLocks noGrp="1"/>
          </p:cNvSpPr>
          <p:nvPr>
            <p:ph idx="13"/>
          </p:nvPr>
        </p:nvSpPr>
        <p:spPr>
          <a:xfrm>
            <a:off x="1018464" y="3613226"/>
            <a:ext cx="7663651" cy="1998279"/>
          </a:xfrm>
          <a:prstGeom prst="rect">
            <a:avLst/>
          </a:prstGeom>
        </p:spPr>
        <p:txBody>
          <a:bodyPr vert="horz" lIns="91440" tIns="45720" rIns="91440" bIns="45720" rtlCol="0">
            <a:normAutofit/>
          </a:bodyPr>
          <a:lstStyle>
            <a:lvl1pPr algn="l">
              <a:defRPr sz="1800" cap="none" baseline="0">
                <a:solidFill>
                  <a:srgbClr val="0033A0"/>
                </a:solidFill>
              </a:defRPr>
            </a:lvl1pPr>
            <a:lvl2pPr marL="600060" indent="-257168" algn="l">
              <a:buFont typeface="Wingdings" pitchFamily="2" charset="2"/>
              <a:buChar char="§"/>
              <a:defRPr sz="1500" b="0" i="0">
                <a:solidFill>
                  <a:srgbClr val="0033A0"/>
                </a:solidFill>
                <a:latin typeface="Helvetica" pitchFamily="2" charset="0"/>
              </a:defRPr>
            </a:lvl2pPr>
            <a:lvl3pPr marL="942952" indent="-257168" algn="l">
              <a:buFont typeface="Wingdings" pitchFamily="2" charset="2"/>
              <a:buChar char="§"/>
              <a:defRPr sz="1350" b="0" i="0">
                <a:solidFill>
                  <a:srgbClr val="0033A0"/>
                </a:solidFill>
                <a:latin typeface="Helvetica" pitchFamily="2" charset="0"/>
              </a:defRPr>
            </a:lvl3pPr>
            <a:lvl4pPr marL="1242982" indent="-214308" algn="l">
              <a:buFont typeface="Wingdings" pitchFamily="2" charset="2"/>
              <a:buChar char="§"/>
              <a:defRPr sz="1200" b="0" i="0">
                <a:solidFill>
                  <a:srgbClr val="0033A0"/>
                </a:solidFill>
                <a:latin typeface="Helvetica" pitchFamily="2" charset="0"/>
              </a:defRPr>
            </a:lvl4pPr>
            <a:lvl5pPr marL="1585874" indent="-214308" algn="l">
              <a:buFont typeface="Wingdings" pitchFamily="2" charset="2"/>
              <a:buChar char="§"/>
              <a:defRPr sz="1200" b="0" i="0">
                <a:solidFill>
                  <a:srgbClr val="0033A0"/>
                </a:solidFill>
                <a:latin typeface="Helvetica"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a:extLst>
              <a:ext uri="{FF2B5EF4-FFF2-40B4-BE49-F238E27FC236}">
                <a16:creationId xmlns:a16="http://schemas.microsoft.com/office/drawing/2014/main" id="{2867B4A6-B411-1E41-9A9E-92741E88C67F}"/>
              </a:ext>
            </a:extLst>
          </p:cNvPr>
          <p:cNvCxnSpPr>
            <a:cxnSpLocks/>
          </p:cNvCxnSpPr>
          <p:nvPr userDrawn="1"/>
        </p:nvCxnSpPr>
        <p:spPr>
          <a:xfrm>
            <a:off x="1018464" y="3487004"/>
            <a:ext cx="7663651" cy="0"/>
          </a:xfrm>
          <a:prstGeom prst="line">
            <a:avLst/>
          </a:prstGeom>
          <a:ln w="952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804072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F2739CD-353B-494F-9F24-C779DF0FC265}"/>
              </a:ext>
            </a:extLst>
          </p:cNvPr>
          <p:cNvPicPr>
            <a:picLocks noChangeAspect="1"/>
          </p:cNvPicPr>
          <p:nvPr userDrawn="1"/>
        </p:nvPicPr>
        <p:blipFill rotWithShape="1">
          <a:blip r:embed="rId2"/>
          <a:srcRect l="56802" t="7912" r="13182" b="16192"/>
          <a:stretch/>
        </p:blipFill>
        <p:spPr>
          <a:xfrm>
            <a:off x="5195146" y="928048"/>
            <a:ext cx="3584116" cy="5268035"/>
          </a:xfrm>
          <a:prstGeom prst="rect">
            <a:avLst/>
          </a:prstGeom>
        </p:spPr>
      </p:pic>
      <p:sp>
        <p:nvSpPr>
          <p:cNvPr id="2" name="Title 1">
            <a:extLst>
              <a:ext uri="{FF2B5EF4-FFF2-40B4-BE49-F238E27FC236}">
                <a16:creationId xmlns:a16="http://schemas.microsoft.com/office/drawing/2014/main" id="{BDA1A315-6C17-0B47-8B21-CEA03B2452FA}"/>
              </a:ext>
            </a:extLst>
          </p:cNvPr>
          <p:cNvSpPr>
            <a:spLocks noGrp="1"/>
          </p:cNvSpPr>
          <p:nvPr>
            <p:ph type="ctrTitle" hasCustomPrompt="1"/>
          </p:nvPr>
        </p:nvSpPr>
        <p:spPr>
          <a:xfrm>
            <a:off x="948518" y="524763"/>
            <a:ext cx="4235567" cy="2876941"/>
          </a:xfrm>
          <a:prstGeom prst="rect">
            <a:avLst/>
          </a:prstGeom>
        </p:spPr>
        <p:txBody>
          <a:bodyPr anchor="b">
            <a:normAutofit/>
          </a:bodyPr>
          <a:lstStyle>
            <a:lvl1pPr algn="ctr">
              <a:defRPr sz="3000">
                <a:solidFill>
                  <a:schemeClr val="tx1"/>
                </a:solidFill>
              </a:defRPr>
            </a:lvl1pPr>
          </a:lstStyle>
          <a:p>
            <a:r>
              <a:rPr lang="en-US" dirty="0"/>
              <a:t>Click to </a:t>
            </a:r>
            <a:br>
              <a:rPr lang="en-US" dirty="0"/>
            </a:br>
            <a:r>
              <a:rPr lang="en-US" dirty="0"/>
              <a:t>edit transition </a:t>
            </a:r>
            <a:br>
              <a:rPr lang="en-US" dirty="0"/>
            </a:br>
            <a:r>
              <a:rPr lang="en-US" dirty="0"/>
              <a:t>slide title</a:t>
            </a:r>
          </a:p>
        </p:txBody>
      </p:sp>
      <p:sp>
        <p:nvSpPr>
          <p:cNvPr id="3" name="Subtitle 2">
            <a:extLst>
              <a:ext uri="{FF2B5EF4-FFF2-40B4-BE49-F238E27FC236}">
                <a16:creationId xmlns:a16="http://schemas.microsoft.com/office/drawing/2014/main" id="{3E2A30D9-14CB-694B-8997-602B06B7E4B6}"/>
              </a:ext>
            </a:extLst>
          </p:cNvPr>
          <p:cNvSpPr>
            <a:spLocks noGrp="1"/>
          </p:cNvSpPr>
          <p:nvPr>
            <p:ph type="subTitle" idx="1" hasCustomPrompt="1"/>
          </p:nvPr>
        </p:nvSpPr>
        <p:spPr>
          <a:xfrm>
            <a:off x="948518" y="3912015"/>
            <a:ext cx="4235567" cy="1569052"/>
          </a:xfrm>
          <a:prstGeom prst="rect">
            <a:avLst/>
          </a:prstGeom>
        </p:spPr>
        <p:txBody>
          <a:bodyPr/>
          <a:lstStyle>
            <a:lvl1pPr marL="0" indent="0" algn="ctr">
              <a:buNone/>
              <a:defRPr sz="1800">
                <a:solidFill>
                  <a:schemeClr val="bg1">
                    <a:lumMod val="75000"/>
                  </a:schemeClr>
                </a:solidFill>
              </a:defRPr>
            </a:lvl1pPr>
            <a:lvl2pPr marL="342892" indent="0" algn="ctr">
              <a:buNone/>
              <a:defRPr sz="1500"/>
            </a:lvl2pPr>
            <a:lvl3pPr marL="685783" indent="0" algn="ctr">
              <a:buNone/>
              <a:defRPr sz="1350"/>
            </a:lvl3pPr>
            <a:lvl4pPr marL="1028675" indent="0" algn="ctr">
              <a:buNone/>
              <a:defRPr sz="1200"/>
            </a:lvl4pPr>
            <a:lvl5pPr marL="1371566" indent="0" algn="ctr">
              <a:buNone/>
              <a:defRPr sz="1200"/>
            </a:lvl5pPr>
            <a:lvl6pPr marL="1714457" indent="0" algn="ctr">
              <a:buNone/>
              <a:defRPr sz="1200"/>
            </a:lvl6pPr>
            <a:lvl7pPr marL="2057348" indent="0" algn="ctr">
              <a:buNone/>
              <a:defRPr sz="1200"/>
            </a:lvl7pPr>
            <a:lvl8pPr marL="2400240" indent="0" algn="ctr">
              <a:buNone/>
              <a:defRPr sz="1200"/>
            </a:lvl8pPr>
            <a:lvl9pPr marL="2743132" indent="0" algn="ctr">
              <a:buNone/>
              <a:defRPr sz="1200"/>
            </a:lvl9pPr>
          </a:lstStyle>
          <a:p>
            <a:r>
              <a:rPr lang="en-US" dirty="0"/>
              <a:t>Click to edit transition </a:t>
            </a:r>
            <a:br>
              <a:rPr lang="en-US" dirty="0"/>
            </a:br>
            <a:r>
              <a:rPr lang="en-US" dirty="0"/>
              <a:t>subtitle style</a:t>
            </a:r>
          </a:p>
        </p:txBody>
      </p:sp>
      <p:sp>
        <p:nvSpPr>
          <p:cNvPr id="4" name="Date Placeholder 3">
            <a:extLst>
              <a:ext uri="{FF2B5EF4-FFF2-40B4-BE49-F238E27FC236}">
                <a16:creationId xmlns:a16="http://schemas.microsoft.com/office/drawing/2014/main" id="{CF812FB7-6D54-AC4D-83AE-3BD293BC614C}"/>
              </a:ext>
            </a:extLst>
          </p:cNvPr>
          <p:cNvSpPr>
            <a:spLocks noGrp="1"/>
          </p:cNvSpPr>
          <p:nvPr>
            <p:ph type="dt" sz="half" idx="10"/>
          </p:nvPr>
        </p:nvSpPr>
        <p:spPr/>
        <p:txBody>
          <a:bodyPr/>
          <a:lstStyle>
            <a:lvl1pPr>
              <a:defRPr b="0" i="0">
                <a:latin typeface="Helvetica" pitchFamily="2" charset="0"/>
              </a:defRPr>
            </a:lvl1pPr>
          </a:lstStyle>
          <a:p>
            <a:fld id="{7DE54394-0A55-9E4B-9093-4E3BE26D1CC3}" type="datetimeFigureOut">
              <a:rPr lang="en-US" smtClean="0"/>
              <a:pPr/>
              <a:t>4/23/2025</a:t>
            </a:fld>
            <a:endParaRPr lang="en-US" dirty="0"/>
          </a:p>
        </p:txBody>
      </p:sp>
      <p:sp>
        <p:nvSpPr>
          <p:cNvPr id="5" name="Footer Placeholder 4">
            <a:extLst>
              <a:ext uri="{FF2B5EF4-FFF2-40B4-BE49-F238E27FC236}">
                <a16:creationId xmlns:a16="http://schemas.microsoft.com/office/drawing/2014/main" id="{E23D7F5E-0CCF-9847-A64A-8EEA223F789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0B6D915-7298-9442-B8B6-23BFF06BA30A}"/>
              </a:ext>
            </a:extLst>
          </p:cNvPr>
          <p:cNvSpPr>
            <a:spLocks noGrp="1"/>
          </p:cNvSpPr>
          <p:nvPr>
            <p:ph type="sldNum" sz="quarter" idx="12"/>
          </p:nvPr>
        </p:nvSpPr>
        <p:spPr/>
        <p:txBody>
          <a:bodyPr/>
          <a:lstStyle/>
          <a:p>
            <a:fld id="{8A16B8CB-D56F-2744-807F-154426EF1DF6}" type="slidenum">
              <a:rPr lang="en-US" smtClean="0"/>
              <a:t>‹#›</a:t>
            </a:fld>
            <a:endParaRPr lang="en-US"/>
          </a:p>
        </p:txBody>
      </p:sp>
      <p:cxnSp>
        <p:nvCxnSpPr>
          <p:cNvPr id="14" name="Straight Connector 13">
            <a:extLst>
              <a:ext uri="{FF2B5EF4-FFF2-40B4-BE49-F238E27FC236}">
                <a16:creationId xmlns:a16="http://schemas.microsoft.com/office/drawing/2014/main" id="{D8E84A9A-FCC3-2743-AF0D-8FB8A22F13B9}"/>
              </a:ext>
            </a:extLst>
          </p:cNvPr>
          <p:cNvCxnSpPr/>
          <p:nvPr userDrawn="1"/>
        </p:nvCxnSpPr>
        <p:spPr>
          <a:xfrm>
            <a:off x="2775613" y="3643953"/>
            <a:ext cx="583442" cy="0"/>
          </a:xfrm>
          <a:prstGeom prst="line">
            <a:avLst/>
          </a:prstGeom>
          <a:ln w="12700">
            <a:solidFill>
              <a:srgbClr val="0033A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718382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8C4C029-675D-7A44-A487-3FF32FE84E5B}"/>
              </a:ext>
            </a:extLst>
          </p:cNvPr>
          <p:cNvSpPr>
            <a:spLocks noGrp="1"/>
          </p:cNvSpPr>
          <p:nvPr>
            <p:ph sz="half" idx="1"/>
          </p:nvPr>
        </p:nvSpPr>
        <p:spPr>
          <a:xfrm>
            <a:off x="977521" y="1362654"/>
            <a:ext cx="3828197" cy="4287518"/>
          </a:xfrm>
          <a:prstGeom prst="rect">
            <a:avLst/>
          </a:prstGeom>
        </p:spPr>
        <p:txBody>
          <a:bodyPr/>
          <a:lstStyle>
            <a:lvl1pPr>
              <a:defRPr sz="1800">
                <a:solidFill>
                  <a:schemeClr val="tx1"/>
                </a:solidFill>
              </a:defRPr>
            </a:lvl1pPr>
            <a:lvl2pPr>
              <a:defRPr b="0" i="0">
                <a:solidFill>
                  <a:schemeClr val="tx1"/>
                </a:solidFill>
                <a:latin typeface="Helvetica" pitchFamily="2" charset="0"/>
              </a:defRPr>
            </a:lvl2pPr>
            <a:lvl3pPr>
              <a:defRPr b="0" i="0">
                <a:solidFill>
                  <a:schemeClr val="tx1"/>
                </a:solidFill>
                <a:latin typeface="Helvetica" pitchFamily="2" charset="0"/>
              </a:defRPr>
            </a:lvl3pPr>
            <a:lvl4pPr>
              <a:defRPr b="0" i="0">
                <a:solidFill>
                  <a:schemeClr val="tx1"/>
                </a:solidFill>
                <a:latin typeface="Helvetica" pitchFamily="2" charset="0"/>
              </a:defRPr>
            </a:lvl4pPr>
            <a:lvl5pPr>
              <a:defRPr b="0" i="0">
                <a:solidFill>
                  <a:schemeClr val="tx1"/>
                </a:solidFill>
                <a:latin typeface="Helvetica"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8CA5E1BC-F6A3-EA4E-B3E5-A565CACB974D}"/>
              </a:ext>
            </a:extLst>
          </p:cNvPr>
          <p:cNvSpPr>
            <a:spLocks noGrp="1"/>
          </p:cNvSpPr>
          <p:nvPr>
            <p:ph sz="half" idx="2"/>
          </p:nvPr>
        </p:nvSpPr>
        <p:spPr>
          <a:xfrm>
            <a:off x="4902959" y="1362654"/>
            <a:ext cx="3910423" cy="4287519"/>
          </a:xfrm>
          <a:prstGeom prst="rect">
            <a:avLst/>
          </a:prstGeom>
        </p:spPr>
        <p:txBody>
          <a:bodyPr/>
          <a:lstStyle>
            <a:lvl1pPr>
              <a:defRPr sz="1800">
                <a:solidFill>
                  <a:schemeClr val="tx1"/>
                </a:solidFill>
              </a:defRPr>
            </a:lvl1pPr>
            <a:lvl2pPr>
              <a:defRPr b="0" i="0">
                <a:solidFill>
                  <a:schemeClr val="tx1"/>
                </a:solidFill>
                <a:latin typeface="Helvetica" pitchFamily="2" charset="0"/>
              </a:defRPr>
            </a:lvl2pPr>
            <a:lvl3pPr>
              <a:defRPr b="0" i="0">
                <a:solidFill>
                  <a:schemeClr val="tx1"/>
                </a:solidFill>
                <a:latin typeface="Helvetica" pitchFamily="2" charset="0"/>
              </a:defRPr>
            </a:lvl3pPr>
            <a:lvl4pPr>
              <a:defRPr b="0" i="0">
                <a:solidFill>
                  <a:schemeClr val="tx1"/>
                </a:solidFill>
                <a:latin typeface="Helvetica" pitchFamily="2" charset="0"/>
              </a:defRPr>
            </a:lvl4pPr>
            <a:lvl5pPr>
              <a:defRPr b="0" i="0">
                <a:solidFill>
                  <a:schemeClr val="tx1"/>
                </a:solidFill>
                <a:latin typeface="Helvetica"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2A7EFA3F-52C7-CF4A-A535-1FCECBD14787}"/>
              </a:ext>
            </a:extLst>
          </p:cNvPr>
          <p:cNvSpPr>
            <a:spLocks noGrp="1"/>
          </p:cNvSpPr>
          <p:nvPr>
            <p:ph type="dt" sz="half" idx="10"/>
          </p:nvPr>
        </p:nvSpPr>
        <p:spPr/>
        <p:txBody>
          <a:bodyPr/>
          <a:lstStyle>
            <a:lvl1pPr>
              <a:defRPr b="0" i="0">
                <a:latin typeface="Helvetica" pitchFamily="2" charset="0"/>
              </a:defRPr>
            </a:lvl1pPr>
          </a:lstStyle>
          <a:p>
            <a:fld id="{7DE54394-0A55-9E4B-9093-4E3BE26D1CC3}" type="datetimeFigureOut">
              <a:rPr lang="en-US" smtClean="0"/>
              <a:pPr/>
              <a:t>4/23/2025</a:t>
            </a:fld>
            <a:endParaRPr lang="en-US" dirty="0"/>
          </a:p>
        </p:txBody>
      </p:sp>
      <p:sp>
        <p:nvSpPr>
          <p:cNvPr id="6" name="Footer Placeholder 5">
            <a:extLst>
              <a:ext uri="{FF2B5EF4-FFF2-40B4-BE49-F238E27FC236}">
                <a16:creationId xmlns:a16="http://schemas.microsoft.com/office/drawing/2014/main" id="{A2EF4374-907D-774A-B180-B77D5483594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DA5CA39-6D57-0F49-BF1E-80F239C0EF78}"/>
              </a:ext>
            </a:extLst>
          </p:cNvPr>
          <p:cNvSpPr>
            <a:spLocks noGrp="1"/>
          </p:cNvSpPr>
          <p:nvPr>
            <p:ph type="sldNum" sz="quarter" idx="12"/>
          </p:nvPr>
        </p:nvSpPr>
        <p:spPr/>
        <p:txBody>
          <a:bodyPr/>
          <a:lstStyle/>
          <a:p>
            <a:fld id="{8A16B8CB-D56F-2744-807F-154426EF1DF6}" type="slidenum">
              <a:rPr lang="en-US" smtClean="0"/>
              <a:t>‹#›</a:t>
            </a:fld>
            <a:endParaRPr lang="en-US"/>
          </a:p>
        </p:txBody>
      </p:sp>
      <p:sp>
        <p:nvSpPr>
          <p:cNvPr id="9" name="Title Placeholder 1">
            <a:extLst>
              <a:ext uri="{FF2B5EF4-FFF2-40B4-BE49-F238E27FC236}">
                <a16:creationId xmlns:a16="http://schemas.microsoft.com/office/drawing/2014/main" id="{E253A57B-4282-1B44-AADF-EEC2F031F588}"/>
              </a:ext>
            </a:extLst>
          </p:cNvPr>
          <p:cNvSpPr>
            <a:spLocks noGrp="1"/>
          </p:cNvSpPr>
          <p:nvPr>
            <p:ph type="title" hasCustomPrompt="1"/>
          </p:nvPr>
        </p:nvSpPr>
        <p:spPr>
          <a:xfrm>
            <a:off x="900750" y="177423"/>
            <a:ext cx="8474839" cy="594601"/>
          </a:xfrm>
          <a:prstGeom prst="rect">
            <a:avLst/>
          </a:prstGeom>
        </p:spPr>
        <p:txBody>
          <a:bodyPr vert="horz" lIns="91440" tIns="45720" rIns="91440" bIns="45720" rtlCol="0" anchor="ctr">
            <a:normAutofit/>
          </a:bodyPr>
          <a:lstStyle>
            <a:lvl1pPr algn="l">
              <a:defRPr sz="2400" kern="1300" baseline="0">
                <a:solidFill>
                  <a:schemeClr val="tx1"/>
                </a:solidFill>
                <a:latin typeface="Georgia" panose="02040502050405020303" pitchFamily="18" charset="0"/>
              </a:defRPr>
            </a:lvl1pPr>
          </a:lstStyle>
          <a:p>
            <a:r>
              <a:rPr lang="en-US" dirty="0"/>
              <a:t>Click to edit title style</a:t>
            </a:r>
          </a:p>
        </p:txBody>
      </p:sp>
    </p:spTree>
    <p:extLst>
      <p:ext uri="{BB962C8B-B14F-4D97-AF65-F5344CB8AC3E}">
        <p14:creationId xmlns:p14="http://schemas.microsoft.com/office/powerpoint/2010/main" val="39169188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7536C5-7AE9-514B-86BE-D8C6A4B253E6}"/>
              </a:ext>
            </a:extLst>
          </p:cNvPr>
          <p:cNvSpPr>
            <a:spLocks noGrp="1"/>
          </p:cNvSpPr>
          <p:nvPr>
            <p:ph idx="1" hasCustomPrompt="1"/>
          </p:nvPr>
        </p:nvSpPr>
        <p:spPr>
          <a:xfrm>
            <a:off x="4641648" y="1322797"/>
            <a:ext cx="4099744" cy="4375144"/>
          </a:xfrm>
          <a:prstGeom prst="rect">
            <a:avLst/>
          </a:prstGeom>
        </p:spPr>
        <p:txBody>
          <a:bodyPr>
            <a:normAutofit/>
          </a:bodyPr>
          <a:lstStyle>
            <a:lvl1pPr>
              <a:defRPr sz="2100"/>
            </a:lvl1pPr>
            <a:lvl2pPr>
              <a:defRPr sz="1800" b="0" i="0">
                <a:latin typeface="Helvetica" pitchFamily="2" charset="0"/>
              </a:defRPr>
            </a:lvl2pPr>
            <a:lvl3pPr>
              <a:defRPr sz="1500" b="0" i="0">
                <a:latin typeface="Helvetica" pitchFamily="2" charset="0"/>
              </a:defRPr>
            </a:lvl3pPr>
            <a:lvl4pPr>
              <a:defRPr sz="1350" b="0" i="0">
                <a:latin typeface="Helvetica" pitchFamily="2" charset="0"/>
              </a:defRPr>
            </a:lvl4pPr>
            <a:lvl5pPr>
              <a:defRPr sz="1350" b="0" i="0">
                <a:latin typeface="Helvetica" pitchFamily="2" charset="0"/>
              </a:defRPr>
            </a:lvl5pPr>
            <a:lvl6pPr>
              <a:defRPr sz="1500"/>
            </a:lvl6pPr>
            <a:lvl7pPr>
              <a:defRPr sz="1500"/>
            </a:lvl7pPr>
            <a:lvl8pPr>
              <a:defRPr sz="1500"/>
            </a:lvl8pPr>
            <a:lvl9pPr>
              <a:defRPr sz="1500"/>
            </a:lvl9pPr>
          </a:lstStyle>
          <a:p>
            <a:pPr lvl="0"/>
            <a:r>
              <a:rPr lang="en-US" dirty="0"/>
              <a:t>Click to ADD PHOTO/Graphic</a:t>
            </a:r>
          </a:p>
        </p:txBody>
      </p:sp>
      <p:sp>
        <p:nvSpPr>
          <p:cNvPr id="5" name="Date Placeholder 4">
            <a:extLst>
              <a:ext uri="{FF2B5EF4-FFF2-40B4-BE49-F238E27FC236}">
                <a16:creationId xmlns:a16="http://schemas.microsoft.com/office/drawing/2014/main" id="{4FB5DD81-E099-1941-8E8F-13B5792E756F}"/>
              </a:ext>
            </a:extLst>
          </p:cNvPr>
          <p:cNvSpPr>
            <a:spLocks noGrp="1"/>
          </p:cNvSpPr>
          <p:nvPr>
            <p:ph type="dt" sz="half" idx="10"/>
          </p:nvPr>
        </p:nvSpPr>
        <p:spPr/>
        <p:txBody>
          <a:bodyPr/>
          <a:lstStyle>
            <a:lvl1pPr>
              <a:defRPr b="0" i="0">
                <a:latin typeface="Helvetica" pitchFamily="2" charset="0"/>
              </a:defRPr>
            </a:lvl1pPr>
          </a:lstStyle>
          <a:p>
            <a:fld id="{7DE54394-0A55-9E4B-9093-4E3BE26D1CC3}" type="datetimeFigureOut">
              <a:rPr lang="en-US" smtClean="0"/>
              <a:pPr/>
              <a:t>4/23/2025</a:t>
            </a:fld>
            <a:endParaRPr lang="en-US" dirty="0"/>
          </a:p>
        </p:txBody>
      </p:sp>
      <p:sp>
        <p:nvSpPr>
          <p:cNvPr id="6" name="Footer Placeholder 5">
            <a:extLst>
              <a:ext uri="{FF2B5EF4-FFF2-40B4-BE49-F238E27FC236}">
                <a16:creationId xmlns:a16="http://schemas.microsoft.com/office/drawing/2014/main" id="{69DE51C2-51D1-2844-8B92-1AB1C256B38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41CC5F9-6DC8-594D-8441-39AD7AEACFD2}"/>
              </a:ext>
            </a:extLst>
          </p:cNvPr>
          <p:cNvSpPr>
            <a:spLocks noGrp="1"/>
          </p:cNvSpPr>
          <p:nvPr>
            <p:ph type="sldNum" sz="quarter" idx="12"/>
          </p:nvPr>
        </p:nvSpPr>
        <p:spPr/>
        <p:txBody>
          <a:bodyPr/>
          <a:lstStyle/>
          <a:p>
            <a:fld id="{8A16B8CB-D56F-2744-807F-154426EF1DF6}" type="slidenum">
              <a:rPr lang="en-US" smtClean="0"/>
              <a:t>‹#›</a:t>
            </a:fld>
            <a:endParaRPr lang="en-US"/>
          </a:p>
        </p:txBody>
      </p:sp>
      <p:sp>
        <p:nvSpPr>
          <p:cNvPr id="12" name="Text Placeholder 2">
            <a:extLst>
              <a:ext uri="{FF2B5EF4-FFF2-40B4-BE49-F238E27FC236}">
                <a16:creationId xmlns:a16="http://schemas.microsoft.com/office/drawing/2014/main" id="{ECD17435-89D2-1F4E-A337-D4EF05657D56}"/>
              </a:ext>
            </a:extLst>
          </p:cNvPr>
          <p:cNvSpPr>
            <a:spLocks noGrp="1"/>
          </p:cNvSpPr>
          <p:nvPr>
            <p:ph idx="13"/>
          </p:nvPr>
        </p:nvSpPr>
        <p:spPr>
          <a:xfrm>
            <a:off x="922405" y="1322797"/>
            <a:ext cx="3602717" cy="4375144"/>
          </a:xfrm>
          <a:prstGeom prst="rect">
            <a:avLst/>
          </a:prstGeom>
        </p:spPr>
        <p:txBody>
          <a:bodyPr vert="horz" lIns="91440" tIns="45720" rIns="91440" bIns="45720" rtlCol="0">
            <a:normAutofit/>
          </a:bodyPr>
          <a:lstStyle>
            <a:lvl1pPr algn="l">
              <a:defRPr sz="1800" b="0" i="0" cap="none" baseline="0">
                <a:solidFill>
                  <a:srgbClr val="0033A0"/>
                </a:solidFill>
                <a:latin typeface="Georgia" panose="02040502050405020303" pitchFamily="18" charset="0"/>
              </a:defRPr>
            </a:lvl1pPr>
            <a:lvl2pPr marL="600060" indent="-257168" algn="l">
              <a:buFont typeface="Wingdings" pitchFamily="2" charset="2"/>
              <a:buChar char="§"/>
              <a:defRPr sz="1500" b="0" i="0">
                <a:solidFill>
                  <a:srgbClr val="0033A0"/>
                </a:solidFill>
                <a:latin typeface="Georgia" panose="02040502050405020303" pitchFamily="18" charset="0"/>
              </a:defRPr>
            </a:lvl2pPr>
            <a:lvl3pPr marL="942952" indent="-257168" algn="l">
              <a:buFont typeface="Wingdings" pitchFamily="2" charset="2"/>
              <a:buChar char="§"/>
              <a:defRPr sz="1350" b="0" i="0">
                <a:solidFill>
                  <a:srgbClr val="0033A0"/>
                </a:solidFill>
                <a:latin typeface="Georgia" panose="02040502050405020303" pitchFamily="18" charset="0"/>
              </a:defRPr>
            </a:lvl3pPr>
            <a:lvl4pPr marL="1242982" indent="-214308" algn="l">
              <a:buFont typeface="Wingdings" pitchFamily="2" charset="2"/>
              <a:buChar char="§"/>
              <a:defRPr sz="1200" b="0" i="0">
                <a:solidFill>
                  <a:srgbClr val="0033A0"/>
                </a:solidFill>
                <a:latin typeface="Georgia" panose="02040502050405020303" pitchFamily="18" charset="0"/>
              </a:defRPr>
            </a:lvl4pPr>
            <a:lvl5pPr marL="1585874" indent="-214308" algn="l">
              <a:buFont typeface="Wingdings" pitchFamily="2" charset="2"/>
              <a:buChar char="§"/>
              <a:defRPr sz="1200" b="0" i="0">
                <a:solidFill>
                  <a:srgbClr val="0033A0"/>
                </a:solidFill>
                <a:latin typeface="Georgia" panose="02040502050405020303"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itle Placeholder 1">
            <a:extLst>
              <a:ext uri="{FF2B5EF4-FFF2-40B4-BE49-F238E27FC236}">
                <a16:creationId xmlns:a16="http://schemas.microsoft.com/office/drawing/2014/main" id="{78C06CC2-3B19-CD43-9048-86377FCDC8E8}"/>
              </a:ext>
            </a:extLst>
          </p:cNvPr>
          <p:cNvSpPr>
            <a:spLocks noGrp="1"/>
          </p:cNvSpPr>
          <p:nvPr>
            <p:ph type="title" hasCustomPrompt="1"/>
          </p:nvPr>
        </p:nvSpPr>
        <p:spPr>
          <a:xfrm>
            <a:off x="900750" y="177423"/>
            <a:ext cx="8474839" cy="594601"/>
          </a:xfrm>
          <a:prstGeom prst="rect">
            <a:avLst/>
          </a:prstGeom>
        </p:spPr>
        <p:txBody>
          <a:bodyPr vert="horz" lIns="91440" tIns="45720" rIns="91440" bIns="45720" rtlCol="0" anchor="ctr">
            <a:normAutofit/>
          </a:bodyPr>
          <a:lstStyle>
            <a:lvl1pPr algn="l">
              <a:defRPr sz="2400" kern="1300" baseline="0">
                <a:solidFill>
                  <a:schemeClr val="tx1"/>
                </a:solidFill>
                <a:latin typeface="Georgia" panose="02040502050405020303" pitchFamily="18" charset="0"/>
              </a:defRPr>
            </a:lvl1pPr>
          </a:lstStyle>
          <a:p>
            <a:r>
              <a:rPr lang="en-US" dirty="0"/>
              <a:t>Click to edit title style</a:t>
            </a:r>
          </a:p>
        </p:txBody>
      </p:sp>
    </p:spTree>
    <p:extLst>
      <p:ext uri="{BB962C8B-B14F-4D97-AF65-F5344CB8AC3E}">
        <p14:creationId xmlns:p14="http://schemas.microsoft.com/office/powerpoint/2010/main" val="12850281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Content with Caption">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4FB5DD81-E099-1941-8E8F-13B5792E756F}"/>
              </a:ext>
            </a:extLst>
          </p:cNvPr>
          <p:cNvSpPr>
            <a:spLocks noGrp="1"/>
          </p:cNvSpPr>
          <p:nvPr>
            <p:ph type="dt" sz="half" idx="10"/>
          </p:nvPr>
        </p:nvSpPr>
        <p:spPr/>
        <p:txBody>
          <a:bodyPr/>
          <a:lstStyle>
            <a:lvl1pPr>
              <a:defRPr b="0" i="0">
                <a:latin typeface="Helvetica" pitchFamily="2" charset="0"/>
              </a:defRPr>
            </a:lvl1pPr>
          </a:lstStyle>
          <a:p>
            <a:fld id="{7DE54394-0A55-9E4B-9093-4E3BE26D1CC3}" type="datetimeFigureOut">
              <a:rPr lang="en-US" smtClean="0"/>
              <a:pPr/>
              <a:t>4/23/2025</a:t>
            </a:fld>
            <a:endParaRPr lang="en-US" dirty="0"/>
          </a:p>
        </p:txBody>
      </p:sp>
      <p:sp>
        <p:nvSpPr>
          <p:cNvPr id="6" name="Footer Placeholder 5">
            <a:extLst>
              <a:ext uri="{FF2B5EF4-FFF2-40B4-BE49-F238E27FC236}">
                <a16:creationId xmlns:a16="http://schemas.microsoft.com/office/drawing/2014/main" id="{69DE51C2-51D1-2844-8B92-1AB1C256B38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41CC5F9-6DC8-594D-8441-39AD7AEACFD2}"/>
              </a:ext>
            </a:extLst>
          </p:cNvPr>
          <p:cNvSpPr>
            <a:spLocks noGrp="1"/>
          </p:cNvSpPr>
          <p:nvPr>
            <p:ph type="sldNum" sz="quarter" idx="12"/>
          </p:nvPr>
        </p:nvSpPr>
        <p:spPr/>
        <p:txBody>
          <a:bodyPr/>
          <a:lstStyle/>
          <a:p>
            <a:fld id="{8A16B8CB-D56F-2744-807F-154426EF1DF6}" type="slidenum">
              <a:rPr lang="en-US" smtClean="0"/>
              <a:t>‹#›</a:t>
            </a:fld>
            <a:endParaRPr lang="en-US"/>
          </a:p>
        </p:txBody>
      </p:sp>
      <p:sp>
        <p:nvSpPr>
          <p:cNvPr id="9" name="Title Placeholder 1">
            <a:extLst>
              <a:ext uri="{FF2B5EF4-FFF2-40B4-BE49-F238E27FC236}">
                <a16:creationId xmlns:a16="http://schemas.microsoft.com/office/drawing/2014/main" id="{D3283B63-1EA6-2245-9DAF-A3393D2DA29E}"/>
              </a:ext>
            </a:extLst>
          </p:cNvPr>
          <p:cNvSpPr>
            <a:spLocks noGrp="1"/>
          </p:cNvSpPr>
          <p:nvPr>
            <p:ph type="title" hasCustomPrompt="1"/>
          </p:nvPr>
        </p:nvSpPr>
        <p:spPr>
          <a:xfrm>
            <a:off x="900750" y="177423"/>
            <a:ext cx="8474839" cy="594601"/>
          </a:xfrm>
          <a:prstGeom prst="rect">
            <a:avLst/>
          </a:prstGeom>
        </p:spPr>
        <p:txBody>
          <a:bodyPr vert="horz" lIns="91440" tIns="45720" rIns="91440" bIns="45720" rtlCol="0" anchor="ctr">
            <a:normAutofit/>
          </a:bodyPr>
          <a:lstStyle>
            <a:lvl1pPr algn="l">
              <a:defRPr sz="2400" kern="1300" baseline="0">
                <a:solidFill>
                  <a:schemeClr val="tx1"/>
                </a:solidFill>
                <a:latin typeface="Georgia" panose="02040502050405020303" pitchFamily="18" charset="0"/>
              </a:defRPr>
            </a:lvl1pPr>
          </a:lstStyle>
          <a:p>
            <a:r>
              <a:rPr lang="en-US" dirty="0"/>
              <a:t>Click to edit title style</a:t>
            </a:r>
          </a:p>
        </p:txBody>
      </p:sp>
    </p:spTree>
    <p:extLst>
      <p:ext uri="{BB962C8B-B14F-4D97-AF65-F5344CB8AC3E}">
        <p14:creationId xmlns:p14="http://schemas.microsoft.com/office/powerpoint/2010/main" val="1184425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B62C740-F8C1-FF46-8CA9-BD5F4BF0A50F}"/>
              </a:ext>
            </a:extLst>
          </p:cNvPr>
          <p:cNvSpPr>
            <a:spLocks noGrp="1"/>
          </p:cNvSpPr>
          <p:nvPr>
            <p:ph type="dt" sz="half" idx="10"/>
          </p:nvPr>
        </p:nvSpPr>
        <p:spPr/>
        <p:txBody>
          <a:bodyPr/>
          <a:lstStyle>
            <a:lvl1pPr>
              <a:defRPr b="0" i="0">
                <a:latin typeface="Helvetica" pitchFamily="2" charset="0"/>
              </a:defRPr>
            </a:lvl1pPr>
          </a:lstStyle>
          <a:p>
            <a:fld id="{7DE54394-0A55-9E4B-9093-4E3BE26D1CC3}" type="datetimeFigureOut">
              <a:rPr lang="en-US" smtClean="0"/>
              <a:pPr/>
              <a:t>4/23/2025</a:t>
            </a:fld>
            <a:endParaRPr lang="en-US" dirty="0"/>
          </a:p>
        </p:txBody>
      </p:sp>
      <p:sp>
        <p:nvSpPr>
          <p:cNvPr id="3" name="Footer Placeholder 2">
            <a:extLst>
              <a:ext uri="{FF2B5EF4-FFF2-40B4-BE49-F238E27FC236}">
                <a16:creationId xmlns:a16="http://schemas.microsoft.com/office/drawing/2014/main" id="{D1E1F79D-61BE-A741-9261-0739EE055BE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069ACF0-3D9F-FB45-A2F7-2DEB25642522}"/>
              </a:ext>
            </a:extLst>
          </p:cNvPr>
          <p:cNvSpPr>
            <a:spLocks noGrp="1"/>
          </p:cNvSpPr>
          <p:nvPr>
            <p:ph type="sldNum" sz="quarter" idx="12"/>
          </p:nvPr>
        </p:nvSpPr>
        <p:spPr/>
        <p:txBody>
          <a:bodyPr/>
          <a:lstStyle/>
          <a:p>
            <a:fld id="{8A16B8CB-D56F-2744-807F-154426EF1DF6}" type="slidenum">
              <a:rPr lang="en-US" smtClean="0"/>
              <a:t>‹#›</a:t>
            </a:fld>
            <a:endParaRPr lang="en-US"/>
          </a:p>
        </p:txBody>
      </p:sp>
      <p:sp>
        <p:nvSpPr>
          <p:cNvPr id="7" name="Rectangle 6">
            <a:extLst>
              <a:ext uri="{FF2B5EF4-FFF2-40B4-BE49-F238E27FC236}">
                <a16:creationId xmlns:a16="http://schemas.microsoft.com/office/drawing/2014/main" id="{275B96C3-9074-4340-92F0-37FA616F668C}"/>
              </a:ext>
            </a:extLst>
          </p:cNvPr>
          <p:cNvSpPr/>
          <p:nvPr userDrawn="1"/>
        </p:nvSpPr>
        <p:spPr>
          <a:xfrm>
            <a:off x="702860" y="0"/>
            <a:ext cx="8441140" cy="61005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625033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jp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B30A5838-5A46-3A4E-B9FA-18B56A4EF57B}"/>
              </a:ext>
            </a:extLst>
          </p:cNvPr>
          <p:cNvPicPr>
            <a:picLocks noChangeAspect="1"/>
          </p:cNvPicPr>
          <p:nvPr userDrawn="1"/>
        </p:nvPicPr>
        <p:blipFill rotWithShape="1">
          <a:blip r:embed="rId10"/>
          <a:srcRect t="-262" b="83293"/>
          <a:stretch/>
        </p:blipFill>
        <p:spPr>
          <a:xfrm>
            <a:off x="0" y="156952"/>
            <a:ext cx="9144000" cy="872752"/>
          </a:xfrm>
          <a:prstGeom prst="rect">
            <a:avLst/>
          </a:prstGeom>
        </p:spPr>
      </p:pic>
      <p:pic>
        <p:nvPicPr>
          <p:cNvPr id="3" name="Picture 2">
            <a:extLst>
              <a:ext uri="{FF2B5EF4-FFF2-40B4-BE49-F238E27FC236}">
                <a16:creationId xmlns:a16="http://schemas.microsoft.com/office/drawing/2014/main" id="{1F7E9FF5-0431-EC41-AB9F-EB297D1425D9}"/>
              </a:ext>
            </a:extLst>
          </p:cNvPr>
          <p:cNvPicPr>
            <a:picLocks noChangeAspect="1"/>
          </p:cNvPicPr>
          <p:nvPr userDrawn="1"/>
        </p:nvPicPr>
        <p:blipFill rotWithShape="1">
          <a:blip r:embed="rId10"/>
          <a:srcRect t="83030" b="1325"/>
          <a:stretch/>
        </p:blipFill>
        <p:spPr>
          <a:xfrm>
            <a:off x="0" y="6048914"/>
            <a:ext cx="9144000" cy="804591"/>
          </a:xfrm>
          <a:prstGeom prst="rect">
            <a:avLst/>
          </a:prstGeom>
        </p:spPr>
      </p:pic>
      <p:sp>
        <p:nvSpPr>
          <p:cNvPr id="4" name="Date Placeholder 3">
            <a:extLst>
              <a:ext uri="{FF2B5EF4-FFF2-40B4-BE49-F238E27FC236}">
                <a16:creationId xmlns:a16="http://schemas.microsoft.com/office/drawing/2014/main" id="{DE975A66-0C4D-E74B-A752-506B36EEDEF7}"/>
              </a:ext>
            </a:extLst>
          </p:cNvPr>
          <p:cNvSpPr>
            <a:spLocks noGrp="1"/>
          </p:cNvSpPr>
          <p:nvPr>
            <p:ph type="dt" sz="half" idx="2"/>
          </p:nvPr>
        </p:nvSpPr>
        <p:spPr>
          <a:xfrm>
            <a:off x="7704160" y="6367567"/>
            <a:ext cx="699870" cy="365125"/>
          </a:xfrm>
          <a:prstGeom prst="rect">
            <a:avLst/>
          </a:prstGeom>
        </p:spPr>
        <p:txBody>
          <a:bodyPr vert="horz" lIns="91440" tIns="45720" rIns="91440" bIns="45720" rtlCol="0" anchor="ctr"/>
          <a:lstStyle>
            <a:lvl1pPr algn="r">
              <a:defRPr sz="825" baseline="0">
                <a:solidFill>
                  <a:schemeClr val="tx1"/>
                </a:solidFill>
              </a:defRPr>
            </a:lvl1pPr>
          </a:lstStyle>
          <a:p>
            <a:fld id="{7DE54394-0A55-9E4B-9093-4E3BE26D1CC3}" type="datetimeFigureOut">
              <a:rPr lang="en-US" smtClean="0">
                <a:latin typeface="Helvetica" pitchFamily="2" charset="0"/>
              </a:rPr>
              <a:pPr/>
              <a:t>4/23/2025</a:t>
            </a:fld>
            <a:endParaRPr lang="en-US" dirty="0">
              <a:latin typeface="Helvetica" pitchFamily="2" charset="0"/>
            </a:endParaRPr>
          </a:p>
        </p:txBody>
      </p:sp>
      <p:sp>
        <p:nvSpPr>
          <p:cNvPr id="5" name="Footer Placeholder 4">
            <a:extLst>
              <a:ext uri="{FF2B5EF4-FFF2-40B4-BE49-F238E27FC236}">
                <a16:creationId xmlns:a16="http://schemas.microsoft.com/office/drawing/2014/main" id="{27E37071-1953-F449-9911-5C43C3CE9F5E}"/>
              </a:ext>
            </a:extLst>
          </p:cNvPr>
          <p:cNvSpPr>
            <a:spLocks noGrp="1"/>
          </p:cNvSpPr>
          <p:nvPr>
            <p:ph type="ftr" sz="quarter" idx="3"/>
          </p:nvPr>
        </p:nvSpPr>
        <p:spPr>
          <a:xfrm>
            <a:off x="2292825" y="6367567"/>
            <a:ext cx="5532461" cy="365125"/>
          </a:xfrm>
          <a:prstGeom prst="rect">
            <a:avLst/>
          </a:prstGeom>
        </p:spPr>
        <p:txBody>
          <a:bodyPr vert="horz" lIns="91440" tIns="45720" rIns="91440" bIns="45720" rtlCol="0" anchor="ctr"/>
          <a:lstStyle>
            <a:lvl1pPr algn="ctr">
              <a:defRPr sz="900" b="0" i="0" baseline="0">
                <a:solidFill>
                  <a:schemeClr val="tx1"/>
                </a:solidFill>
                <a:latin typeface="Helvetica" pitchFamily="2" charset="0"/>
              </a:defRPr>
            </a:lvl1pPr>
          </a:lstStyle>
          <a:p>
            <a:r>
              <a:rPr lang="en-US" dirty="0"/>
              <a:t>Add department / title name</a:t>
            </a:r>
          </a:p>
        </p:txBody>
      </p:sp>
      <p:sp>
        <p:nvSpPr>
          <p:cNvPr id="6" name="Slide Number Placeholder 5">
            <a:extLst>
              <a:ext uri="{FF2B5EF4-FFF2-40B4-BE49-F238E27FC236}">
                <a16:creationId xmlns:a16="http://schemas.microsoft.com/office/drawing/2014/main" id="{7604E634-0D26-394D-BB12-B982CDF63771}"/>
              </a:ext>
            </a:extLst>
          </p:cNvPr>
          <p:cNvSpPr>
            <a:spLocks noGrp="1"/>
          </p:cNvSpPr>
          <p:nvPr>
            <p:ph type="sldNum" sz="quarter" idx="4"/>
          </p:nvPr>
        </p:nvSpPr>
        <p:spPr>
          <a:xfrm>
            <a:off x="8433847" y="6367567"/>
            <a:ext cx="345414" cy="365125"/>
          </a:xfrm>
          <a:prstGeom prst="rect">
            <a:avLst/>
          </a:prstGeom>
        </p:spPr>
        <p:txBody>
          <a:bodyPr vert="horz" lIns="91440" tIns="45720" rIns="91440" bIns="45720" rtlCol="0" anchor="ctr"/>
          <a:lstStyle>
            <a:lvl1pPr algn="l">
              <a:defRPr sz="900" b="0" i="0" baseline="0">
                <a:solidFill>
                  <a:schemeClr val="tx1"/>
                </a:solidFill>
                <a:latin typeface="Helvetica" pitchFamily="2" charset="0"/>
              </a:defRPr>
            </a:lvl1pPr>
          </a:lstStyle>
          <a:p>
            <a:fld id="{8A16B8CB-D56F-2744-807F-154426EF1DF6}" type="slidenum">
              <a:rPr lang="en-US" smtClean="0"/>
              <a:pPr/>
              <a:t>‹#›</a:t>
            </a:fld>
            <a:endParaRPr lang="en-US" dirty="0"/>
          </a:p>
        </p:txBody>
      </p:sp>
      <p:sp>
        <p:nvSpPr>
          <p:cNvPr id="13" name="Title Placeholder 12">
            <a:extLst>
              <a:ext uri="{FF2B5EF4-FFF2-40B4-BE49-F238E27FC236}">
                <a16:creationId xmlns:a16="http://schemas.microsoft.com/office/drawing/2014/main" id="{F49C8A26-9D16-E04A-980E-5DD0108FDDB2}"/>
              </a:ext>
            </a:extLst>
          </p:cNvPr>
          <p:cNvSpPr>
            <a:spLocks noGrp="1"/>
          </p:cNvSpPr>
          <p:nvPr>
            <p:ph type="title"/>
          </p:nvPr>
        </p:nvSpPr>
        <p:spPr>
          <a:xfrm>
            <a:off x="988845" y="585442"/>
            <a:ext cx="7886700" cy="4424856"/>
          </a:xfrm>
          <a:prstGeom prst="rect">
            <a:avLst/>
          </a:prstGeom>
        </p:spPr>
        <p:txBody>
          <a:bodyPr vert="horz" lIns="91440" tIns="45720" rIns="91440" bIns="45720" rtlCol="0" anchor="ctr">
            <a:noAutofit/>
          </a:bodyPr>
          <a:lstStyle/>
          <a:p>
            <a:r>
              <a:rPr lang="en-US" dirty="0"/>
              <a:t>Click to edit </a:t>
            </a:r>
            <a:br>
              <a:rPr lang="en-US" dirty="0"/>
            </a:br>
            <a:r>
              <a:rPr lang="en-US" dirty="0"/>
              <a:t>Master title style</a:t>
            </a:r>
          </a:p>
        </p:txBody>
      </p:sp>
      <p:cxnSp>
        <p:nvCxnSpPr>
          <p:cNvPr id="12" name="Straight Connector 11">
            <a:extLst>
              <a:ext uri="{FF2B5EF4-FFF2-40B4-BE49-F238E27FC236}">
                <a16:creationId xmlns:a16="http://schemas.microsoft.com/office/drawing/2014/main" id="{25DF2674-7339-C84F-B2D7-B4544D96B62B}"/>
              </a:ext>
            </a:extLst>
          </p:cNvPr>
          <p:cNvCxnSpPr/>
          <p:nvPr userDrawn="1"/>
        </p:nvCxnSpPr>
        <p:spPr>
          <a:xfrm>
            <a:off x="8410854" y="6367567"/>
            <a:ext cx="0" cy="365125"/>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7" name="Text Placeholder 2">
            <a:extLst>
              <a:ext uri="{FF2B5EF4-FFF2-40B4-BE49-F238E27FC236}">
                <a16:creationId xmlns:a16="http://schemas.microsoft.com/office/drawing/2014/main" id="{CF36C05F-ED3A-A549-A054-FE0517623086}"/>
              </a:ext>
            </a:extLst>
          </p:cNvPr>
          <p:cNvSpPr>
            <a:spLocks noGrp="1"/>
          </p:cNvSpPr>
          <p:nvPr>
            <p:ph type="body" idx="1"/>
          </p:nvPr>
        </p:nvSpPr>
        <p:spPr>
          <a:xfrm>
            <a:off x="988846" y="5127687"/>
            <a:ext cx="7870970" cy="804591"/>
          </a:xfrm>
          <a:prstGeom prst="rect">
            <a:avLst/>
          </a:prstGeom>
        </p:spPr>
        <p:txBody>
          <a:bodyPr vert="horz" lIns="91440" tIns="45720" rIns="91440" bIns="45720" rtlCol="0">
            <a:normAutofit/>
          </a:bodyPr>
          <a:lstStyle/>
          <a:p>
            <a:pPr lvl="0"/>
            <a:r>
              <a:rPr lang="en-US" dirty="0"/>
              <a:t>Click to edit Master text styles</a:t>
            </a:r>
          </a:p>
        </p:txBody>
      </p:sp>
      <p:sp>
        <p:nvSpPr>
          <p:cNvPr id="11" name="Title Placeholder 1">
            <a:extLst>
              <a:ext uri="{FF2B5EF4-FFF2-40B4-BE49-F238E27FC236}">
                <a16:creationId xmlns:a16="http://schemas.microsoft.com/office/drawing/2014/main" id="{7E4F52D9-BA7C-8F40-9FBC-3050B832405F}"/>
              </a:ext>
            </a:extLst>
          </p:cNvPr>
          <p:cNvSpPr txBox="1">
            <a:spLocks/>
          </p:cNvSpPr>
          <p:nvPr userDrawn="1"/>
        </p:nvSpPr>
        <p:spPr>
          <a:xfrm>
            <a:off x="9300946" y="156952"/>
            <a:ext cx="11299785" cy="594601"/>
          </a:xfrm>
          <a:prstGeom prst="rect">
            <a:avLst/>
          </a:prstGeom>
        </p:spPr>
        <p:txBody>
          <a:bodyPr vert="horz" lIns="91440" tIns="45720" rIns="91440" bIns="45720" rtlCol="0" anchor="ctr">
            <a:normAutofit/>
          </a:bodyPr>
          <a:lstStyle>
            <a:lvl1pPr algn="l" defTabSz="685783" rtl="0" eaLnBrk="1" latinLnBrk="0" hangingPunct="1">
              <a:lnSpc>
                <a:spcPct val="90000"/>
              </a:lnSpc>
              <a:spcBef>
                <a:spcPct val="0"/>
              </a:spcBef>
              <a:buNone/>
              <a:defRPr sz="3200" b="0" i="0" kern="1300" cap="none" baseline="0">
                <a:solidFill>
                  <a:schemeClr val="tx1"/>
                </a:solidFill>
                <a:latin typeface="Georgia" panose="02040502050405020303" pitchFamily="18" charset="0"/>
                <a:ea typeface="+mj-ea"/>
                <a:cs typeface="+mj-cs"/>
              </a:defRPr>
            </a:lvl1pPr>
          </a:lstStyle>
          <a:p>
            <a:r>
              <a:rPr lang="en-US" sz="2800" dirty="0"/>
              <a:t>Click to edit title style</a:t>
            </a:r>
          </a:p>
        </p:txBody>
      </p:sp>
      <p:sp>
        <p:nvSpPr>
          <p:cNvPr id="7" name="Rectangle 6">
            <a:extLst>
              <a:ext uri="{FF2B5EF4-FFF2-40B4-BE49-F238E27FC236}">
                <a16:creationId xmlns:a16="http://schemas.microsoft.com/office/drawing/2014/main" id="{4DABA306-3CB3-C947-9F6C-8D2A67AD7BC1}"/>
              </a:ext>
            </a:extLst>
          </p:cNvPr>
          <p:cNvSpPr/>
          <p:nvPr userDrawn="1"/>
        </p:nvSpPr>
        <p:spPr>
          <a:xfrm>
            <a:off x="0" y="-6824"/>
            <a:ext cx="696036" cy="693306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88339818"/>
      </p:ext>
    </p:extLst>
  </p:cSld>
  <p:clrMap bg1="lt1" tx1="dk1" bg2="lt2" tx2="dk2" accent1="accent1" accent2="accent2" accent3="accent3" accent4="accent4" accent5="accent5" accent6="accent6" hlink="hlink" folHlink="folHlink"/>
  <p:sldLayoutIdLst>
    <p:sldLayoutId id="2147483661" r:id="rId1"/>
    <p:sldLayoutId id="2147483650" r:id="rId2"/>
    <p:sldLayoutId id="2147483662" r:id="rId3"/>
    <p:sldLayoutId id="2147483649" r:id="rId4"/>
    <p:sldLayoutId id="2147483652" r:id="rId5"/>
    <p:sldLayoutId id="2147483656" r:id="rId6"/>
    <p:sldLayoutId id="2147483660" r:id="rId7"/>
    <p:sldLayoutId id="2147483659" r:id="rId8"/>
  </p:sldLayoutIdLst>
  <p:txStyles>
    <p:titleStyle>
      <a:lvl1pPr algn="l" defTabSz="685783" rtl="0" eaLnBrk="1" latinLnBrk="0" hangingPunct="1">
        <a:lnSpc>
          <a:spcPct val="90000"/>
        </a:lnSpc>
        <a:spcBef>
          <a:spcPct val="0"/>
        </a:spcBef>
        <a:buNone/>
        <a:defRPr sz="3000" b="0" i="0" kern="1200" cap="none" baseline="0">
          <a:solidFill>
            <a:schemeClr val="bg1"/>
          </a:solidFill>
          <a:latin typeface="Georgia" panose="02040502050405020303" pitchFamily="18" charset="0"/>
          <a:ea typeface="+mj-ea"/>
          <a:cs typeface="+mj-cs"/>
        </a:defRPr>
      </a:lvl1pPr>
    </p:titleStyle>
    <p:bodyStyle>
      <a:lvl1pPr marL="0" indent="0" algn="l" defTabSz="685783" rtl="0" eaLnBrk="1" latinLnBrk="0" hangingPunct="1">
        <a:lnSpc>
          <a:spcPct val="90000"/>
        </a:lnSpc>
        <a:spcBef>
          <a:spcPts val="750"/>
        </a:spcBef>
        <a:buFontTx/>
        <a:buNone/>
        <a:defRPr sz="1800" b="0" i="0" kern="1200" cap="none" baseline="0">
          <a:solidFill>
            <a:schemeClr val="bg1">
              <a:lumMod val="75000"/>
            </a:schemeClr>
          </a:solidFill>
          <a:latin typeface="Georgia" panose="02040502050405020303" pitchFamily="18" charset="0"/>
          <a:ea typeface="+mn-ea"/>
          <a:cs typeface="+mn-cs"/>
        </a:defRPr>
      </a:lvl1pPr>
      <a:lvl2pPr marL="342892" indent="0" algn="ctr" defTabSz="685783" rtl="0" eaLnBrk="1" latinLnBrk="0" hangingPunct="1">
        <a:lnSpc>
          <a:spcPct val="90000"/>
        </a:lnSpc>
        <a:spcBef>
          <a:spcPts val="375"/>
        </a:spcBef>
        <a:buFontTx/>
        <a:buNone/>
        <a:defRPr sz="1800" kern="1200">
          <a:solidFill>
            <a:schemeClr val="bg2"/>
          </a:solidFill>
          <a:latin typeface="+mn-lt"/>
          <a:ea typeface="+mn-ea"/>
          <a:cs typeface="+mn-cs"/>
        </a:defRPr>
      </a:lvl2pPr>
      <a:lvl3pPr marL="685783" indent="0" algn="ctr" defTabSz="685783" rtl="0" eaLnBrk="1" latinLnBrk="0" hangingPunct="1">
        <a:lnSpc>
          <a:spcPct val="90000"/>
        </a:lnSpc>
        <a:spcBef>
          <a:spcPts val="375"/>
        </a:spcBef>
        <a:buFontTx/>
        <a:buNone/>
        <a:defRPr sz="1500" kern="1200">
          <a:solidFill>
            <a:schemeClr val="bg2"/>
          </a:solidFill>
          <a:latin typeface="+mn-lt"/>
          <a:ea typeface="+mn-ea"/>
          <a:cs typeface="+mn-cs"/>
        </a:defRPr>
      </a:lvl3pPr>
      <a:lvl4pPr marL="1028675" indent="0" algn="ctr" defTabSz="685783" rtl="0" eaLnBrk="1" latinLnBrk="0" hangingPunct="1">
        <a:lnSpc>
          <a:spcPct val="90000"/>
        </a:lnSpc>
        <a:spcBef>
          <a:spcPts val="375"/>
        </a:spcBef>
        <a:buFontTx/>
        <a:buNone/>
        <a:defRPr sz="1350" kern="1200">
          <a:solidFill>
            <a:schemeClr val="bg2"/>
          </a:solidFill>
          <a:latin typeface="+mn-lt"/>
          <a:ea typeface="+mn-ea"/>
          <a:cs typeface="+mn-cs"/>
        </a:defRPr>
      </a:lvl4pPr>
      <a:lvl5pPr marL="1371566" indent="0" algn="ctr" defTabSz="685783" rtl="0" eaLnBrk="1" latinLnBrk="0" hangingPunct="1">
        <a:lnSpc>
          <a:spcPct val="90000"/>
        </a:lnSpc>
        <a:spcBef>
          <a:spcPts val="375"/>
        </a:spcBef>
        <a:buFontTx/>
        <a:buNone/>
        <a:defRPr sz="1350" kern="1200">
          <a:solidFill>
            <a:schemeClr val="bg2"/>
          </a:solidFill>
          <a:latin typeface="+mn-lt"/>
          <a:ea typeface="+mn-ea"/>
          <a:cs typeface="+mn-cs"/>
        </a:defRPr>
      </a:lvl5pPr>
      <a:lvl6pPr marL="1885903"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783" rtl="0" eaLnBrk="1" latinLnBrk="0" hangingPunct="1">
        <a:defRPr sz="1350" kern="1200">
          <a:solidFill>
            <a:schemeClr val="tx1"/>
          </a:solidFill>
          <a:latin typeface="+mn-lt"/>
          <a:ea typeface="+mn-ea"/>
          <a:cs typeface="+mn-cs"/>
        </a:defRPr>
      </a:lvl1pPr>
      <a:lvl2pPr marL="342892" algn="l" defTabSz="685783" rtl="0" eaLnBrk="1" latinLnBrk="0" hangingPunct="1">
        <a:defRPr sz="1350" kern="1200">
          <a:solidFill>
            <a:schemeClr val="tx1"/>
          </a:solidFill>
          <a:latin typeface="+mn-lt"/>
          <a:ea typeface="+mn-ea"/>
          <a:cs typeface="+mn-cs"/>
        </a:defRPr>
      </a:lvl2pPr>
      <a:lvl3pPr marL="685783" algn="l" defTabSz="685783" rtl="0" eaLnBrk="1" latinLnBrk="0" hangingPunct="1">
        <a:defRPr sz="1350" kern="1200">
          <a:solidFill>
            <a:schemeClr val="tx1"/>
          </a:solidFill>
          <a:latin typeface="+mn-lt"/>
          <a:ea typeface="+mn-ea"/>
          <a:cs typeface="+mn-cs"/>
        </a:defRPr>
      </a:lvl3pPr>
      <a:lvl4pPr marL="1028675" algn="l" defTabSz="685783" rtl="0" eaLnBrk="1" latinLnBrk="0" hangingPunct="1">
        <a:defRPr sz="1350" kern="1200">
          <a:solidFill>
            <a:schemeClr val="tx1"/>
          </a:solidFill>
          <a:latin typeface="+mn-lt"/>
          <a:ea typeface="+mn-ea"/>
          <a:cs typeface="+mn-cs"/>
        </a:defRPr>
      </a:lvl4pPr>
      <a:lvl5pPr marL="1371566" algn="l" defTabSz="685783" rtl="0" eaLnBrk="1" latinLnBrk="0" hangingPunct="1">
        <a:defRPr sz="1350" kern="1200">
          <a:solidFill>
            <a:schemeClr val="tx1"/>
          </a:solidFill>
          <a:latin typeface="+mn-lt"/>
          <a:ea typeface="+mn-ea"/>
          <a:cs typeface="+mn-cs"/>
        </a:defRPr>
      </a:lvl5pPr>
      <a:lvl6pPr marL="1714457" algn="l" defTabSz="685783" rtl="0" eaLnBrk="1" latinLnBrk="0" hangingPunct="1">
        <a:defRPr sz="1350" kern="1200">
          <a:solidFill>
            <a:schemeClr val="tx1"/>
          </a:solidFill>
          <a:latin typeface="+mn-lt"/>
          <a:ea typeface="+mn-ea"/>
          <a:cs typeface="+mn-cs"/>
        </a:defRPr>
      </a:lvl6pPr>
      <a:lvl7pPr marL="2057348" algn="l" defTabSz="685783" rtl="0" eaLnBrk="1" latinLnBrk="0" hangingPunct="1">
        <a:defRPr sz="1350" kern="1200">
          <a:solidFill>
            <a:schemeClr val="tx1"/>
          </a:solidFill>
          <a:latin typeface="+mn-lt"/>
          <a:ea typeface="+mn-ea"/>
          <a:cs typeface="+mn-cs"/>
        </a:defRPr>
      </a:lvl7pPr>
      <a:lvl8pPr marL="2400240" algn="l" defTabSz="685783" rtl="0" eaLnBrk="1" latinLnBrk="0" hangingPunct="1">
        <a:defRPr sz="1350" kern="1200">
          <a:solidFill>
            <a:schemeClr val="tx1"/>
          </a:solidFill>
          <a:latin typeface="+mn-lt"/>
          <a:ea typeface="+mn-ea"/>
          <a:cs typeface="+mn-cs"/>
        </a:defRPr>
      </a:lvl8pPr>
      <a:lvl9pPr marL="2743132" algn="l" defTabSz="685783"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3" Type="http://schemas.openxmlformats.org/officeDocument/2006/relationships/image" Target="../media/image9.png"/><Relationship Id="rId18" Type="http://schemas.openxmlformats.org/officeDocument/2006/relationships/customXml" Target="../ink/ink9.xml"/><Relationship Id="rId26" Type="http://schemas.openxmlformats.org/officeDocument/2006/relationships/customXml" Target="../ink/ink13.xml"/><Relationship Id="rId39" Type="http://schemas.openxmlformats.org/officeDocument/2006/relationships/image" Target="../media/image22.png"/><Relationship Id="rId21" Type="http://schemas.openxmlformats.org/officeDocument/2006/relationships/image" Target="../media/image13.png"/><Relationship Id="rId34" Type="http://schemas.openxmlformats.org/officeDocument/2006/relationships/customXml" Target="../ink/ink17.xml"/><Relationship Id="rId42" Type="http://schemas.openxmlformats.org/officeDocument/2006/relationships/customXml" Target="../ink/ink21.xml"/><Relationship Id="rId47" Type="http://schemas.openxmlformats.org/officeDocument/2006/relationships/image" Target="../media/image26.png"/><Relationship Id="rId50" Type="http://schemas.openxmlformats.org/officeDocument/2006/relationships/customXml" Target="../ink/ink25.xml"/><Relationship Id="rId55" Type="http://schemas.openxmlformats.org/officeDocument/2006/relationships/image" Target="../media/image30.png"/><Relationship Id="rId7" Type="http://schemas.openxmlformats.org/officeDocument/2006/relationships/image" Target="../media/image6.png"/><Relationship Id="rId2" Type="http://schemas.openxmlformats.org/officeDocument/2006/relationships/customXml" Target="../ink/ink1.xml"/><Relationship Id="rId16" Type="http://schemas.openxmlformats.org/officeDocument/2006/relationships/customXml" Target="../ink/ink8.xml"/><Relationship Id="rId29" Type="http://schemas.openxmlformats.org/officeDocument/2006/relationships/image" Target="../media/image17.png"/><Relationship Id="rId11" Type="http://schemas.openxmlformats.org/officeDocument/2006/relationships/image" Target="../media/image8.png"/><Relationship Id="rId24" Type="http://schemas.openxmlformats.org/officeDocument/2006/relationships/customXml" Target="../ink/ink12.xml"/><Relationship Id="rId32" Type="http://schemas.openxmlformats.org/officeDocument/2006/relationships/customXml" Target="../ink/ink16.xml"/><Relationship Id="rId37" Type="http://schemas.openxmlformats.org/officeDocument/2006/relationships/image" Target="../media/image21.png"/><Relationship Id="rId40" Type="http://schemas.openxmlformats.org/officeDocument/2006/relationships/customXml" Target="../ink/ink20.xml"/><Relationship Id="rId45" Type="http://schemas.openxmlformats.org/officeDocument/2006/relationships/image" Target="../media/image25.png"/><Relationship Id="rId53" Type="http://schemas.openxmlformats.org/officeDocument/2006/relationships/image" Target="../media/image29.png"/><Relationship Id="rId58" Type="http://schemas.openxmlformats.org/officeDocument/2006/relationships/customXml" Target="../ink/ink29.xml"/><Relationship Id="rId5" Type="http://schemas.openxmlformats.org/officeDocument/2006/relationships/image" Target="../media/image5.png"/><Relationship Id="rId61" Type="http://schemas.openxmlformats.org/officeDocument/2006/relationships/image" Target="../media/image33.png"/><Relationship Id="rId19" Type="http://schemas.openxmlformats.org/officeDocument/2006/relationships/image" Target="../media/image12.png"/><Relationship Id="rId14" Type="http://schemas.openxmlformats.org/officeDocument/2006/relationships/customXml" Target="../ink/ink7.xml"/><Relationship Id="rId22" Type="http://schemas.openxmlformats.org/officeDocument/2006/relationships/customXml" Target="../ink/ink11.xml"/><Relationship Id="rId27" Type="http://schemas.openxmlformats.org/officeDocument/2006/relationships/image" Target="../media/image16.png"/><Relationship Id="rId30" Type="http://schemas.openxmlformats.org/officeDocument/2006/relationships/customXml" Target="../ink/ink15.xml"/><Relationship Id="rId35" Type="http://schemas.openxmlformats.org/officeDocument/2006/relationships/image" Target="../media/image20.png"/><Relationship Id="rId43" Type="http://schemas.openxmlformats.org/officeDocument/2006/relationships/image" Target="../media/image24.png"/><Relationship Id="rId48" Type="http://schemas.openxmlformats.org/officeDocument/2006/relationships/customXml" Target="../ink/ink24.xml"/><Relationship Id="rId56" Type="http://schemas.openxmlformats.org/officeDocument/2006/relationships/customXml" Target="../ink/ink28.xml"/><Relationship Id="rId8" Type="http://schemas.openxmlformats.org/officeDocument/2006/relationships/customXml" Target="../ink/ink4.xml"/><Relationship Id="rId51" Type="http://schemas.openxmlformats.org/officeDocument/2006/relationships/image" Target="../media/image28.png"/><Relationship Id="rId3" Type="http://schemas.openxmlformats.org/officeDocument/2006/relationships/image" Target="../media/image4.png"/><Relationship Id="rId12" Type="http://schemas.openxmlformats.org/officeDocument/2006/relationships/customXml" Target="../ink/ink6.xml"/><Relationship Id="rId17" Type="http://schemas.openxmlformats.org/officeDocument/2006/relationships/image" Target="../media/image11.png"/><Relationship Id="rId25" Type="http://schemas.openxmlformats.org/officeDocument/2006/relationships/image" Target="../media/image15.png"/><Relationship Id="rId33" Type="http://schemas.openxmlformats.org/officeDocument/2006/relationships/image" Target="../media/image19.png"/><Relationship Id="rId38" Type="http://schemas.openxmlformats.org/officeDocument/2006/relationships/customXml" Target="../ink/ink19.xml"/><Relationship Id="rId46" Type="http://schemas.openxmlformats.org/officeDocument/2006/relationships/customXml" Target="../ink/ink23.xml"/><Relationship Id="rId59" Type="http://schemas.openxmlformats.org/officeDocument/2006/relationships/image" Target="../media/image32.png"/><Relationship Id="rId20" Type="http://schemas.openxmlformats.org/officeDocument/2006/relationships/customXml" Target="../ink/ink10.xml"/><Relationship Id="rId41" Type="http://schemas.openxmlformats.org/officeDocument/2006/relationships/image" Target="../media/image23.png"/><Relationship Id="rId54" Type="http://schemas.openxmlformats.org/officeDocument/2006/relationships/customXml" Target="../ink/ink27.xml"/><Relationship Id="rId1" Type="http://schemas.openxmlformats.org/officeDocument/2006/relationships/slideLayout" Target="../slideLayouts/slideLayout2.xml"/><Relationship Id="rId6" Type="http://schemas.openxmlformats.org/officeDocument/2006/relationships/customXml" Target="../ink/ink3.xml"/><Relationship Id="rId15" Type="http://schemas.openxmlformats.org/officeDocument/2006/relationships/image" Target="../media/image10.png"/><Relationship Id="rId23" Type="http://schemas.openxmlformats.org/officeDocument/2006/relationships/image" Target="../media/image14.png"/><Relationship Id="rId28" Type="http://schemas.openxmlformats.org/officeDocument/2006/relationships/customXml" Target="../ink/ink14.xml"/><Relationship Id="rId36" Type="http://schemas.openxmlformats.org/officeDocument/2006/relationships/customXml" Target="../ink/ink18.xml"/><Relationship Id="rId49" Type="http://schemas.openxmlformats.org/officeDocument/2006/relationships/image" Target="../media/image27.png"/><Relationship Id="rId57" Type="http://schemas.openxmlformats.org/officeDocument/2006/relationships/image" Target="../media/image31.png"/><Relationship Id="rId10" Type="http://schemas.openxmlformats.org/officeDocument/2006/relationships/customXml" Target="../ink/ink5.xml"/><Relationship Id="rId31" Type="http://schemas.openxmlformats.org/officeDocument/2006/relationships/image" Target="../media/image18.png"/><Relationship Id="rId44" Type="http://schemas.openxmlformats.org/officeDocument/2006/relationships/customXml" Target="../ink/ink22.xml"/><Relationship Id="rId52" Type="http://schemas.openxmlformats.org/officeDocument/2006/relationships/customXml" Target="../ink/ink26.xml"/><Relationship Id="rId60" Type="http://schemas.openxmlformats.org/officeDocument/2006/relationships/customXml" Target="../ink/ink30.xml"/><Relationship Id="rId4" Type="http://schemas.openxmlformats.org/officeDocument/2006/relationships/customXml" Target="../ink/ink2.xml"/><Relationship Id="rId9" Type="http://schemas.openxmlformats.org/officeDocument/2006/relationships/image" Target="../media/image7.png"/></Relationships>
</file>

<file path=ppt/slides/_rels/slide5.xml.rels><?xml version="1.0" encoding="UTF-8" standalone="yes"?>
<Relationships xmlns="http://schemas.openxmlformats.org/package/2006/relationships"><Relationship Id="rId26" Type="http://schemas.openxmlformats.org/officeDocument/2006/relationships/customXml" Target="../ink/ink43.xml"/><Relationship Id="rId21" Type="http://schemas.openxmlformats.org/officeDocument/2006/relationships/image" Target="../media/image43.png"/><Relationship Id="rId42" Type="http://schemas.openxmlformats.org/officeDocument/2006/relationships/customXml" Target="../ink/ink51.xml"/><Relationship Id="rId47" Type="http://schemas.openxmlformats.org/officeDocument/2006/relationships/image" Target="../media/image56.png"/><Relationship Id="rId63" Type="http://schemas.openxmlformats.org/officeDocument/2006/relationships/image" Target="../media/image64.png"/><Relationship Id="rId68" Type="http://schemas.openxmlformats.org/officeDocument/2006/relationships/customXml" Target="../ink/ink64.xml"/><Relationship Id="rId84" Type="http://schemas.openxmlformats.org/officeDocument/2006/relationships/customXml" Target="../ink/ink72.xml"/><Relationship Id="rId16" Type="http://schemas.openxmlformats.org/officeDocument/2006/relationships/customXml" Target="../ink/ink38.xml"/><Relationship Id="rId11" Type="http://schemas.openxmlformats.org/officeDocument/2006/relationships/image" Target="../media/image38.png"/><Relationship Id="rId32" Type="http://schemas.openxmlformats.org/officeDocument/2006/relationships/customXml" Target="../ink/ink46.xml"/><Relationship Id="rId37" Type="http://schemas.openxmlformats.org/officeDocument/2006/relationships/image" Target="../media/image51.png"/><Relationship Id="rId53" Type="http://schemas.openxmlformats.org/officeDocument/2006/relationships/image" Target="../media/image59.png"/><Relationship Id="rId58" Type="http://schemas.openxmlformats.org/officeDocument/2006/relationships/customXml" Target="../ink/ink59.xml"/><Relationship Id="rId74" Type="http://schemas.openxmlformats.org/officeDocument/2006/relationships/customXml" Target="../ink/ink67.xml"/><Relationship Id="rId79" Type="http://schemas.openxmlformats.org/officeDocument/2006/relationships/image" Target="../media/image72.png"/><Relationship Id="rId5" Type="http://schemas.openxmlformats.org/officeDocument/2006/relationships/image" Target="../media/image35.png"/><Relationship Id="rId19" Type="http://schemas.openxmlformats.org/officeDocument/2006/relationships/image" Target="../media/image42.png"/><Relationship Id="rId14" Type="http://schemas.openxmlformats.org/officeDocument/2006/relationships/customXml" Target="../ink/ink37.xml"/><Relationship Id="rId22" Type="http://schemas.openxmlformats.org/officeDocument/2006/relationships/customXml" Target="../ink/ink41.xml"/><Relationship Id="rId27" Type="http://schemas.openxmlformats.org/officeDocument/2006/relationships/image" Target="../media/image46.png"/><Relationship Id="rId30" Type="http://schemas.openxmlformats.org/officeDocument/2006/relationships/customXml" Target="../ink/ink45.xml"/><Relationship Id="rId35" Type="http://schemas.openxmlformats.org/officeDocument/2006/relationships/image" Target="../media/image50.png"/><Relationship Id="rId43" Type="http://schemas.openxmlformats.org/officeDocument/2006/relationships/image" Target="../media/image54.png"/><Relationship Id="rId48" Type="http://schemas.openxmlformats.org/officeDocument/2006/relationships/customXml" Target="../ink/ink54.xml"/><Relationship Id="rId56" Type="http://schemas.openxmlformats.org/officeDocument/2006/relationships/customXml" Target="../ink/ink58.xml"/><Relationship Id="rId64" Type="http://schemas.openxmlformats.org/officeDocument/2006/relationships/customXml" Target="../ink/ink62.xml"/><Relationship Id="rId69" Type="http://schemas.openxmlformats.org/officeDocument/2006/relationships/image" Target="../media/image67.png"/><Relationship Id="rId77" Type="http://schemas.openxmlformats.org/officeDocument/2006/relationships/image" Target="../media/image71.png"/><Relationship Id="rId8" Type="http://schemas.openxmlformats.org/officeDocument/2006/relationships/customXml" Target="../ink/ink34.xml"/><Relationship Id="rId51" Type="http://schemas.openxmlformats.org/officeDocument/2006/relationships/image" Target="../media/image58.png"/><Relationship Id="rId72" Type="http://schemas.openxmlformats.org/officeDocument/2006/relationships/customXml" Target="../ink/ink66.xml"/><Relationship Id="rId80" Type="http://schemas.openxmlformats.org/officeDocument/2006/relationships/customXml" Target="../ink/ink70.xml"/><Relationship Id="rId85" Type="http://schemas.openxmlformats.org/officeDocument/2006/relationships/image" Target="../media/image75.png"/><Relationship Id="rId3" Type="http://schemas.openxmlformats.org/officeDocument/2006/relationships/image" Target="../media/image34.png"/><Relationship Id="rId12" Type="http://schemas.openxmlformats.org/officeDocument/2006/relationships/customXml" Target="../ink/ink36.xml"/><Relationship Id="rId17" Type="http://schemas.openxmlformats.org/officeDocument/2006/relationships/image" Target="../media/image41.png"/><Relationship Id="rId25" Type="http://schemas.openxmlformats.org/officeDocument/2006/relationships/image" Target="../media/image45.png"/><Relationship Id="rId33" Type="http://schemas.openxmlformats.org/officeDocument/2006/relationships/image" Target="../media/image49.png"/><Relationship Id="rId38" Type="http://schemas.openxmlformats.org/officeDocument/2006/relationships/customXml" Target="../ink/ink49.xml"/><Relationship Id="rId46" Type="http://schemas.openxmlformats.org/officeDocument/2006/relationships/customXml" Target="../ink/ink53.xml"/><Relationship Id="rId59" Type="http://schemas.openxmlformats.org/officeDocument/2006/relationships/image" Target="../media/image62.png"/><Relationship Id="rId67" Type="http://schemas.openxmlformats.org/officeDocument/2006/relationships/image" Target="../media/image66.png"/><Relationship Id="rId20" Type="http://schemas.openxmlformats.org/officeDocument/2006/relationships/customXml" Target="../ink/ink40.xml"/><Relationship Id="rId41" Type="http://schemas.openxmlformats.org/officeDocument/2006/relationships/image" Target="../media/image53.png"/><Relationship Id="rId54" Type="http://schemas.openxmlformats.org/officeDocument/2006/relationships/customXml" Target="../ink/ink57.xml"/><Relationship Id="rId62" Type="http://schemas.openxmlformats.org/officeDocument/2006/relationships/customXml" Target="../ink/ink61.xml"/><Relationship Id="rId70" Type="http://schemas.openxmlformats.org/officeDocument/2006/relationships/customXml" Target="../ink/ink65.xml"/><Relationship Id="rId75" Type="http://schemas.openxmlformats.org/officeDocument/2006/relationships/image" Target="../media/image70.png"/><Relationship Id="rId83" Type="http://schemas.openxmlformats.org/officeDocument/2006/relationships/image" Target="../media/image74.png"/><Relationship Id="rId1" Type="http://schemas.openxmlformats.org/officeDocument/2006/relationships/slideLayout" Target="../slideLayouts/slideLayout2.xml"/><Relationship Id="rId6" Type="http://schemas.openxmlformats.org/officeDocument/2006/relationships/customXml" Target="../ink/ink33.xml"/><Relationship Id="rId15" Type="http://schemas.openxmlformats.org/officeDocument/2006/relationships/image" Target="../media/image40.png"/><Relationship Id="rId23" Type="http://schemas.openxmlformats.org/officeDocument/2006/relationships/image" Target="../media/image44.png"/><Relationship Id="rId28" Type="http://schemas.openxmlformats.org/officeDocument/2006/relationships/customXml" Target="../ink/ink44.xml"/><Relationship Id="rId36" Type="http://schemas.openxmlformats.org/officeDocument/2006/relationships/customXml" Target="../ink/ink48.xml"/><Relationship Id="rId49" Type="http://schemas.openxmlformats.org/officeDocument/2006/relationships/image" Target="../media/image57.png"/><Relationship Id="rId57" Type="http://schemas.openxmlformats.org/officeDocument/2006/relationships/image" Target="../media/image61.png"/><Relationship Id="rId10" Type="http://schemas.openxmlformats.org/officeDocument/2006/relationships/customXml" Target="../ink/ink35.xml"/><Relationship Id="rId31" Type="http://schemas.openxmlformats.org/officeDocument/2006/relationships/image" Target="../media/image48.png"/><Relationship Id="rId44" Type="http://schemas.openxmlformats.org/officeDocument/2006/relationships/customXml" Target="../ink/ink52.xml"/><Relationship Id="rId52" Type="http://schemas.openxmlformats.org/officeDocument/2006/relationships/customXml" Target="../ink/ink56.xml"/><Relationship Id="rId60" Type="http://schemas.openxmlformats.org/officeDocument/2006/relationships/customXml" Target="../ink/ink60.xml"/><Relationship Id="rId65" Type="http://schemas.openxmlformats.org/officeDocument/2006/relationships/image" Target="../media/image65.png"/><Relationship Id="rId73" Type="http://schemas.openxmlformats.org/officeDocument/2006/relationships/image" Target="../media/image69.png"/><Relationship Id="rId78" Type="http://schemas.openxmlformats.org/officeDocument/2006/relationships/customXml" Target="../ink/ink69.xml"/><Relationship Id="rId81" Type="http://schemas.openxmlformats.org/officeDocument/2006/relationships/image" Target="../media/image73.png"/><Relationship Id="rId4" Type="http://schemas.openxmlformats.org/officeDocument/2006/relationships/customXml" Target="../ink/ink32.xml"/><Relationship Id="rId9" Type="http://schemas.openxmlformats.org/officeDocument/2006/relationships/image" Target="../media/image37.png"/><Relationship Id="rId13" Type="http://schemas.openxmlformats.org/officeDocument/2006/relationships/image" Target="../media/image39.png"/><Relationship Id="rId18" Type="http://schemas.openxmlformats.org/officeDocument/2006/relationships/customXml" Target="../ink/ink39.xml"/><Relationship Id="rId39" Type="http://schemas.openxmlformats.org/officeDocument/2006/relationships/image" Target="../media/image52.png"/><Relationship Id="rId34" Type="http://schemas.openxmlformats.org/officeDocument/2006/relationships/customXml" Target="../ink/ink47.xml"/><Relationship Id="rId50" Type="http://schemas.openxmlformats.org/officeDocument/2006/relationships/customXml" Target="../ink/ink55.xml"/><Relationship Id="rId55" Type="http://schemas.openxmlformats.org/officeDocument/2006/relationships/image" Target="../media/image60.png"/><Relationship Id="rId76" Type="http://schemas.openxmlformats.org/officeDocument/2006/relationships/customXml" Target="../ink/ink68.xml"/><Relationship Id="rId7" Type="http://schemas.openxmlformats.org/officeDocument/2006/relationships/image" Target="../media/image36.png"/><Relationship Id="rId71" Type="http://schemas.openxmlformats.org/officeDocument/2006/relationships/image" Target="../media/image68.png"/><Relationship Id="rId2" Type="http://schemas.openxmlformats.org/officeDocument/2006/relationships/customXml" Target="../ink/ink31.xml"/><Relationship Id="rId29" Type="http://schemas.openxmlformats.org/officeDocument/2006/relationships/image" Target="../media/image47.png"/><Relationship Id="rId24" Type="http://schemas.openxmlformats.org/officeDocument/2006/relationships/customXml" Target="../ink/ink42.xml"/><Relationship Id="rId40" Type="http://schemas.openxmlformats.org/officeDocument/2006/relationships/customXml" Target="../ink/ink50.xml"/><Relationship Id="rId45" Type="http://schemas.openxmlformats.org/officeDocument/2006/relationships/image" Target="../media/image55.png"/><Relationship Id="rId66" Type="http://schemas.openxmlformats.org/officeDocument/2006/relationships/customXml" Target="../ink/ink63.xml"/><Relationship Id="rId61" Type="http://schemas.openxmlformats.org/officeDocument/2006/relationships/image" Target="../media/image63.png"/><Relationship Id="rId82" Type="http://schemas.openxmlformats.org/officeDocument/2006/relationships/customXml" Target="../ink/ink71.xml"/></Relationships>
</file>

<file path=ppt/slides/_rels/slide6.xml.rels><?xml version="1.0" encoding="UTF-8" standalone="yes"?>
<Relationships xmlns="http://schemas.openxmlformats.org/package/2006/relationships"><Relationship Id="rId26" Type="http://schemas.openxmlformats.org/officeDocument/2006/relationships/customXml" Target="../ink/ink85.xml"/><Relationship Id="rId21" Type="http://schemas.openxmlformats.org/officeDocument/2006/relationships/image" Target="../media/image85.png"/><Relationship Id="rId42" Type="http://schemas.openxmlformats.org/officeDocument/2006/relationships/customXml" Target="../ink/ink93.xml"/><Relationship Id="rId47" Type="http://schemas.openxmlformats.org/officeDocument/2006/relationships/image" Target="../media/image98.png"/><Relationship Id="rId63" Type="http://schemas.openxmlformats.org/officeDocument/2006/relationships/image" Target="../media/image106.png"/><Relationship Id="rId68" Type="http://schemas.openxmlformats.org/officeDocument/2006/relationships/customXml" Target="../ink/ink106.xml"/><Relationship Id="rId84" Type="http://schemas.openxmlformats.org/officeDocument/2006/relationships/customXml" Target="../ink/ink114.xml"/><Relationship Id="rId89" Type="http://schemas.openxmlformats.org/officeDocument/2006/relationships/image" Target="../media/image119.png"/><Relationship Id="rId16" Type="http://schemas.openxmlformats.org/officeDocument/2006/relationships/customXml" Target="../ink/ink80.xml"/><Relationship Id="rId11" Type="http://schemas.openxmlformats.org/officeDocument/2006/relationships/image" Target="../media/image80.png"/><Relationship Id="rId32" Type="http://schemas.openxmlformats.org/officeDocument/2006/relationships/customXml" Target="../ink/ink88.xml"/><Relationship Id="rId37" Type="http://schemas.openxmlformats.org/officeDocument/2006/relationships/image" Target="../media/image93.png"/><Relationship Id="rId53" Type="http://schemas.openxmlformats.org/officeDocument/2006/relationships/image" Target="../media/image101.png"/><Relationship Id="rId58" Type="http://schemas.openxmlformats.org/officeDocument/2006/relationships/customXml" Target="../ink/ink101.xml"/><Relationship Id="rId74" Type="http://schemas.openxmlformats.org/officeDocument/2006/relationships/customXml" Target="../ink/ink109.xml"/><Relationship Id="rId79" Type="http://schemas.openxmlformats.org/officeDocument/2006/relationships/image" Target="../media/image114.png"/><Relationship Id="rId5" Type="http://schemas.openxmlformats.org/officeDocument/2006/relationships/image" Target="../media/image77.png"/><Relationship Id="rId90" Type="http://schemas.openxmlformats.org/officeDocument/2006/relationships/customXml" Target="../ink/ink117.xml"/><Relationship Id="rId22" Type="http://schemas.openxmlformats.org/officeDocument/2006/relationships/customXml" Target="../ink/ink83.xml"/><Relationship Id="rId27" Type="http://schemas.openxmlformats.org/officeDocument/2006/relationships/image" Target="../media/image88.png"/><Relationship Id="rId43" Type="http://schemas.openxmlformats.org/officeDocument/2006/relationships/image" Target="../media/image96.png"/><Relationship Id="rId48" Type="http://schemas.openxmlformats.org/officeDocument/2006/relationships/customXml" Target="../ink/ink96.xml"/><Relationship Id="rId64" Type="http://schemas.openxmlformats.org/officeDocument/2006/relationships/customXml" Target="../ink/ink104.xml"/><Relationship Id="rId69" Type="http://schemas.openxmlformats.org/officeDocument/2006/relationships/image" Target="../media/image109.png"/><Relationship Id="rId8" Type="http://schemas.openxmlformats.org/officeDocument/2006/relationships/customXml" Target="../ink/ink76.xml"/><Relationship Id="rId51" Type="http://schemas.openxmlformats.org/officeDocument/2006/relationships/image" Target="../media/image100.png"/><Relationship Id="rId72" Type="http://schemas.openxmlformats.org/officeDocument/2006/relationships/customXml" Target="../ink/ink108.xml"/><Relationship Id="rId80" Type="http://schemas.openxmlformats.org/officeDocument/2006/relationships/customXml" Target="../ink/ink112.xml"/><Relationship Id="rId85" Type="http://schemas.openxmlformats.org/officeDocument/2006/relationships/image" Target="../media/image117.png"/><Relationship Id="rId93" Type="http://schemas.openxmlformats.org/officeDocument/2006/relationships/image" Target="../media/image121.png"/><Relationship Id="rId3" Type="http://schemas.openxmlformats.org/officeDocument/2006/relationships/image" Target="../media/image76.png"/><Relationship Id="rId12" Type="http://schemas.openxmlformats.org/officeDocument/2006/relationships/customXml" Target="../ink/ink78.xml"/><Relationship Id="rId17" Type="http://schemas.openxmlformats.org/officeDocument/2006/relationships/image" Target="../media/image83.png"/><Relationship Id="rId25" Type="http://schemas.openxmlformats.org/officeDocument/2006/relationships/image" Target="../media/image87.png"/><Relationship Id="rId33" Type="http://schemas.openxmlformats.org/officeDocument/2006/relationships/image" Target="../media/image91.png"/><Relationship Id="rId38" Type="http://schemas.openxmlformats.org/officeDocument/2006/relationships/customXml" Target="../ink/ink91.xml"/><Relationship Id="rId46" Type="http://schemas.openxmlformats.org/officeDocument/2006/relationships/customXml" Target="../ink/ink95.xml"/><Relationship Id="rId59" Type="http://schemas.openxmlformats.org/officeDocument/2006/relationships/image" Target="../media/image104.png"/><Relationship Id="rId67" Type="http://schemas.openxmlformats.org/officeDocument/2006/relationships/image" Target="../media/image108.png"/><Relationship Id="rId20" Type="http://schemas.openxmlformats.org/officeDocument/2006/relationships/customXml" Target="../ink/ink82.xml"/><Relationship Id="rId41" Type="http://schemas.openxmlformats.org/officeDocument/2006/relationships/image" Target="../media/image95.png"/><Relationship Id="rId54" Type="http://schemas.openxmlformats.org/officeDocument/2006/relationships/customXml" Target="../ink/ink99.xml"/><Relationship Id="rId62" Type="http://schemas.openxmlformats.org/officeDocument/2006/relationships/customXml" Target="../ink/ink103.xml"/><Relationship Id="rId70" Type="http://schemas.openxmlformats.org/officeDocument/2006/relationships/customXml" Target="../ink/ink107.xml"/><Relationship Id="rId75" Type="http://schemas.openxmlformats.org/officeDocument/2006/relationships/image" Target="../media/image112.png"/><Relationship Id="rId83" Type="http://schemas.openxmlformats.org/officeDocument/2006/relationships/image" Target="../media/image116.png"/><Relationship Id="rId88" Type="http://schemas.openxmlformats.org/officeDocument/2006/relationships/customXml" Target="../ink/ink116.xml"/><Relationship Id="rId91" Type="http://schemas.openxmlformats.org/officeDocument/2006/relationships/image" Target="../media/image120.png"/><Relationship Id="rId1" Type="http://schemas.openxmlformats.org/officeDocument/2006/relationships/slideLayout" Target="../slideLayouts/slideLayout2.xml"/><Relationship Id="rId6" Type="http://schemas.openxmlformats.org/officeDocument/2006/relationships/customXml" Target="../ink/ink75.xml"/><Relationship Id="rId15" Type="http://schemas.openxmlformats.org/officeDocument/2006/relationships/image" Target="../media/image82.png"/><Relationship Id="rId23" Type="http://schemas.openxmlformats.org/officeDocument/2006/relationships/image" Target="../media/image86.png"/><Relationship Id="rId28" Type="http://schemas.openxmlformats.org/officeDocument/2006/relationships/customXml" Target="../ink/ink86.xml"/><Relationship Id="rId36" Type="http://schemas.openxmlformats.org/officeDocument/2006/relationships/customXml" Target="../ink/ink90.xml"/><Relationship Id="rId49" Type="http://schemas.openxmlformats.org/officeDocument/2006/relationships/image" Target="../media/image99.png"/><Relationship Id="rId57" Type="http://schemas.openxmlformats.org/officeDocument/2006/relationships/image" Target="../media/image103.png"/><Relationship Id="rId10" Type="http://schemas.openxmlformats.org/officeDocument/2006/relationships/customXml" Target="../ink/ink77.xml"/><Relationship Id="rId31" Type="http://schemas.openxmlformats.org/officeDocument/2006/relationships/image" Target="../media/image90.png"/><Relationship Id="rId44" Type="http://schemas.openxmlformats.org/officeDocument/2006/relationships/customXml" Target="../ink/ink94.xml"/><Relationship Id="rId52" Type="http://schemas.openxmlformats.org/officeDocument/2006/relationships/customXml" Target="../ink/ink98.xml"/><Relationship Id="rId60" Type="http://schemas.openxmlformats.org/officeDocument/2006/relationships/customXml" Target="../ink/ink102.xml"/><Relationship Id="rId65" Type="http://schemas.openxmlformats.org/officeDocument/2006/relationships/image" Target="../media/image107.png"/><Relationship Id="rId73" Type="http://schemas.openxmlformats.org/officeDocument/2006/relationships/image" Target="../media/image111.png"/><Relationship Id="rId78" Type="http://schemas.openxmlformats.org/officeDocument/2006/relationships/customXml" Target="../ink/ink111.xml"/><Relationship Id="rId81" Type="http://schemas.openxmlformats.org/officeDocument/2006/relationships/image" Target="../media/image115.png"/><Relationship Id="rId86" Type="http://schemas.openxmlformats.org/officeDocument/2006/relationships/customXml" Target="../ink/ink115.xml"/><Relationship Id="rId4" Type="http://schemas.openxmlformats.org/officeDocument/2006/relationships/customXml" Target="../ink/ink74.xml"/><Relationship Id="rId9" Type="http://schemas.openxmlformats.org/officeDocument/2006/relationships/image" Target="../media/image79.png"/><Relationship Id="rId13" Type="http://schemas.openxmlformats.org/officeDocument/2006/relationships/image" Target="../media/image81.png"/><Relationship Id="rId18" Type="http://schemas.openxmlformats.org/officeDocument/2006/relationships/customXml" Target="../ink/ink81.xml"/><Relationship Id="rId39" Type="http://schemas.openxmlformats.org/officeDocument/2006/relationships/image" Target="../media/image94.png"/><Relationship Id="rId34" Type="http://schemas.openxmlformats.org/officeDocument/2006/relationships/customXml" Target="../ink/ink89.xml"/><Relationship Id="rId50" Type="http://schemas.openxmlformats.org/officeDocument/2006/relationships/customXml" Target="../ink/ink97.xml"/><Relationship Id="rId55" Type="http://schemas.openxmlformats.org/officeDocument/2006/relationships/image" Target="../media/image102.png"/><Relationship Id="rId76" Type="http://schemas.openxmlformats.org/officeDocument/2006/relationships/customXml" Target="../ink/ink110.xml"/><Relationship Id="rId7" Type="http://schemas.openxmlformats.org/officeDocument/2006/relationships/image" Target="../media/image78.png"/><Relationship Id="rId71" Type="http://schemas.openxmlformats.org/officeDocument/2006/relationships/image" Target="../media/image110.png"/><Relationship Id="rId92" Type="http://schemas.openxmlformats.org/officeDocument/2006/relationships/customXml" Target="../ink/ink118.xml"/><Relationship Id="rId2" Type="http://schemas.openxmlformats.org/officeDocument/2006/relationships/customXml" Target="../ink/ink73.xml"/><Relationship Id="rId29" Type="http://schemas.openxmlformats.org/officeDocument/2006/relationships/image" Target="../media/image89.png"/><Relationship Id="rId24" Type="http://schemas.openxmlformats.org/officeDocument/2006/relationships/customXml" Target="../ink/ink84.xml"/><Relationship Id="rId40" Type="http://schemas.openxmlformats.org/officeDocument/2006/relationships/customXml" Target="../ink/ink92.xml"/><Relationship Id="rId45" Type="http://schemas.openxmlformats.org/officeDocument/2006/relationships/image" Target="../media/image97.png"/><Relationship Id="rId66" Type="http://schemas.openxmlformats.org/officeDocument/2006/relationships/customXml" Target="../ink/ink105.xml"/><Relationship Id="rId87" Type="http://schemas.openxmlformats.org/officeDocument/2006/relationships/image" Target="../media/image118.png"/><Relationship Id="rId61" Type="http://schemas.openxmlformats.org/officeDocument/2006/relationships/image" Target="../media/image105.png"/><Relationship Id="rId82" Type="http://schemas.openxmlformats.org/officeDocument/2006/relationships/customXml" Target="../ink/ink113.xml"/><Relationship Id="rId19" Type="http://schemas.openxmlformats.org/officeDocument/2006/relationships/image" Target="../media/image84.png"/><Relationship Id="rId14" Type="http://schemas.openxmlformats.org/officeDocument/2006/relationships/customXml" Target="../ink/ink79.xml"/><Relationship Id="rId30" Type="http://schemas.openxmlformats.org/officeDocument/2006/relationships/customXml" Target="../ink/ink87.xml"/><Relationship Id="rId35" Type="http://schemas.openxmlformats.org/officeDocument/2006/relationships/image" Target="../media/image92.png"/><Relationship Id="rId56" Type="http://schemas.openxmlformats.org/officeDocument/2006/relationships/customXml" Target="../ink/ink100.xml"/><Relationship Id="rId77" Type="http://schemas.openxmlformats.org/officeDocument/2006/relationships/image" Target="../media/image113.png"/></Relationships>
</file>

<file path=ppt/slides/_rels/slide7.xml.rels><?xml version="1.0" encoding="UTF-8" standalone="yes"?>
<Relationships xmlns="http://schemas.openxmlformats.org/package/2006/relationships"><Relationship Id="rId13" Type="http://schemas.openxmlformats.org/officeDocument/2006/relationships/image" Target="../media/image127.png"/><Relationship Id="rId18" Type="http://schemas.openxmlformats.org/officeDocument/2006/relationships/customXml" Target="../ink/ink127.xml"/><Relationship Id="rId26" Type="http://schemas.openxmlformats.org/officeDocument/2006/relationships/customXml" Target="../ink/ink131.xml"/><Relationship Id="rId3" Type="http://schemas.openxmlformats.org/officeDocument/2006/relationships/image" Target="../media/image122.png"/><Relationship Id="rId21" Type="http://schemas.openxmlformats.org/officeDocument/2006/relationships/image" Target="../media/image131.png"/><Relationship Id="rId34" Type="http://schemas.openxmlformats.org/officeDocument/2006/relationships/customXml" Target="../ink/ink135.xml"/><Relationship Id="rId7" Type="http://schemas.openxmlformats.org/officeDocument/2006/relationships/image" Target="../media/image124.png"/><Relationship Id="rId12" Type="http://schemas.openxmlformats.org/officeDocument/2006/relationships/customXml" Target="../ink/ink124.xml"/><Relationship Id="rId17" Type="http://schemas.openxmlformats.org/officeDocument/2006/relationships/image" Target="../media/image129.png"/><Relationship Id="rId25" Type="http://schemas.openxmlformats.org/officeDocument/2006/relationships/image" Target="../media/image133.png"/><Relationship Id="rId33" Type="http://schemas.openxmlformats.org/officeDocument/2006/relationships/image" Target="../media/image137.png"/><Relationship Id="rId2" Type="http://schemas.openxmlformats.org/officeDocument/2006/relationships/customXml" Target="../ink/ink119.xml"/><Relationship Id="rId16" Type="http://schemas.openxmlformats.org/officeDocument/2006/relationships/customXml" Target="../ink/ink126.xml"/><Relationship Id="rId20" Type="http://schemas.openxmlformats.org/officeDocument/2006/relationships/customXml" Target="../ink/ink128.xml"/><Relationship Id="rId29" Type="http://schemas.openxmlformats.org/officeDocument/2006/relationships/image" Target="../media/image135.png"/><Relationship Id="rId1" Type="http://schemas.openxmlformats.org/officeDocument/2006/relationships/slideLayout" Target="../slideLayouts/slideLayout2.xml"/><Relationship Id="rId6" Type="http://schemas.openxmlformats.org/officeDocument/2006/relationships/customXml" Target="../ink/ink121.xml"/><Relationship Id="rId11" Type="http://schemas.openxmlformats.org/officeDocument/2006/relationships/image" Target="../media/image126.png"/><Relationship Id="rId24" Type="http://schemas.openxmlformats.org/officeDocument/2006/relationships/customXml" Target="../ink/ink130.xml"/><Relationship Id="rId32" Type="http://schemas.openxmlformats.org/officeDocument/2006/relationships/customXml" Target="../ink/ink134.xml"/><Relationship Id="rId5" Type="http://schemas.openxmlformats.org/officeDocument/2006/relationships/image" Target="../media/image123.png"/><Relationship Id="rId15" Type="http://schemas.openxmlformats.org/officeDocument/2006/relationships/image" Target="../media/image128.png"/><Relationship Id="rId23" Type="http://schemas.openxmlformats.org/officeDocument/2006/relationships/image" Target="../media/image132.png"/><Relationship Id="rId28" Type="http://schemas.openxmlformats.org/officeDocument/2006/relationships/customXml" Target="../ink/ink132.xml"/><Relationship Id="rId10" Type="http://schemas.openxmlformats.org/officeDocument/2006/relationships/customXml" Target="../ink/ink123.xml"/><Relationship Id="rId19" Type="http://schemas.openxmlformats.org/officeDocument/2006/relationships/image" Target="../media/image130.png"/><Relationship Id="rId31" Type="http://schemas.openxmlformats.org/officeDocument/2006/relationships/image" Target="../media/image136.png"/><Relationship Id="rId4" Type="http://schemas.openxmlformats.org/officeDocument/2006/relationships/customXml" Target="../ink/ink120.xml"/><Relationship Id="rId9" Type="http://schemas.openxmlformats.org/officeDocument/2006/relationships/image" Target="../media/image125.png"/><Relationship Id="rId14" Type="http://schemas.openxmlformats.org/officeDocument/2006/relationships/customXml" Target="../ink/ink125.xml"/><Relationship Id="rId22" Type="http://schemas.openxmlformats.org/officeDocument/2006/relationships/customXml" Target="../ink/ink129.xml"/><Relationship Id="rId27" Type="http://schemas.openxmlformats.org/officeDocument/2006/relationships/image" Target="../media/image134.png"/><Relationship Id="rId30" Type="http://schemas.openxmlformats.org/officeDocument/2006/relationships/customXml" Target="../ink/ink133.xml"/><Relationship Id="rId35" Type="http://schemas.openxmlformats.org/officeDocument/2006/relationships/image" Target="../media/image138.png"/><Relationship Id="rId8" Type="http://schemas.openxmlformats.org/officeDocument/2006/relationships/customXml" Target="../ink/ink12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customXml" Target="../ink/ink139.xml"/><Relationship Id="rId13" Type="http://schemas.openxmlformats.org/officeDocument/2006/relationships/image" Target="../media/image144.png"/><Relationship Id="rId18" Type="http://schemas.openxmlformats.org/officeDocument/2006/relationships/customXml" Target="../ink/ink144.xml"/><Relationship Id="rId3" Type="http://schemas.openxmlformats.org/officeDocument/2006/relationships/image" Target="../media/image139.png"/><Relationship Id="rId21" Type="http://schemas.openxmlformats.org/officeDocument/2006/relationships/image" Target="../media/image148.png"/><Relationship Id="rId7" Type="http://schemas.openxmlformats.org/officeDocument/2006/relationships/image" Target="../media/image141.png"/><Relationship Id="rId12" Type="http://schemas.openxmlformats.org/officeDocument/2006/relationships/customXml" Target="../ink/ink141.xml"/><Relationship Id="rId17" Type="http://schemas.openxmlformats.org/officeDocument/2006/relationships/image" Target="../media/image146.png"/><Relationship Id="rId2" Type="http://schemas.openxmlformats.org/officeDocument/2006/relationships/customXml" Target="../ink/ink136.xml"/><Relationship Id="rId16" Type="http://schemas.openxmlformats.org/officeDocument/2006/relationships/customXml" Target="../ink/ink143.xml"/><Relationship Id="rId20" Type="http://schemas.openxmlformats.org/officeDocument/2006/relationships/customXml" Target="../ink/ink145.xml"/><Relationship Id="rId1" Type="http://schemas.openxmlformats.org/officeDocument/2006/relationships/slideLayout" Target="../slideLayouts/slideLayout2.xml"/><Relationship Id="rId6" Type="http://schemas.openxmlformats.org/officeDocument/2006/relationships/customXml" Target="../ink/ink138.xml"/><Relationship Id="rId11" Type="http://schemas.openxmlformats.org/officeDocument/2006/relationships/image" Target="../media/image143.png"/><Relationship Id="rId5" Type="http://schemas.openxmlformats.org/officeDocument/2006/relationships/image" Target="../media/image140.png"/><Relationship Id="rId15" Type="http://schemas.openxmlformats.org/officeDocument/2006/relationships/image" Target="../media/image145.png"/><Relationship Id="rId10" Type="http://schemas.openxmlformats.org/officeDocument/2006/relationships/customXml" Target="../ink/ink140.xml"/><Relationship Id="rId19" Type="http://schemas.openxmlformats.org/officeDocument/2006/relationships/image" Target="../media/image147.png"/><Relationship Id="rId4" Type="http://schemas.openxmlformats.org/officeDocument/2006/relationships/customXml" Target="../ink/ink137.xml"/><Relationship Id="rId9" Type="http://schemas.openxmlformats.org/officeDocument/2006/relationships/image" Target="../media/image142.png"/><Relationship Id="rId14" Type="http://schemas.openxmlformats.org/officeDocument/2006/relationships/customXml" Target="../ink/ink14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52220C-90D8-EE41-8D1B-665F079FB897}"/>
              </a:ext>
            </a:extLst>
          </p:cNvPr>
          <p:cNvSpPr>
            <a:spLocks noGrp="1"/>
          </p:cNvSpPr>
          <p:nvPr>
            <p:ph type="title"/>
          </p:nvPr>
        </p:nvSpPr>
        <p:spPr/>
        <p:txBody>
          <a:bodyPr/>
          <a:lstStyle/>
          <a:p>
            <a:r>
              <a:rPr lang="en-US" dirty="0"/>
              <a:t>Proof of Concept/</a:t>
            </a:r>
            <a:br>
              <a:rPr lang="en-US" dirty="0"/>
            </a:br>
            <a:r>
              <a:rPr lang="en-US" dirty="0"/>
              <a:t>Synthesis &amp; Evaluation</a:t>
            </a:r>
            <a:br>
              <a:rPr lang="en-US"/>
            </a:br>
            <a:r>
              <a:rPr lang="en-US"/>
              <a:t>Modeling Part </a:t>
            </a:r>
            <a:r>
              <a:rPr lang="en-US" dirty="0"/>
              <a:t>1</a:t>
            </a:r>
          </a:p>
        </p:txBody>
      </p:sp>
      <p:sp>
        <p:nvSpPr>
          <p:cNvPr id="3" name="Content Placeholder 2">
            <a:extLst>
              <a:ext uri="{FF2B5EF4-FFF2-40B4-BE49-F238E27FC236}">
                <a16:creationId xmlns:a16="http://schemas.microsoft.com/office/drawing/2014/main" id="{4B9CD73D-6429-9D45-BD07-A02790B9C68A}"/>
              </a:ext>
            </a:extLst>
          </p:cNvPr>
          <p:cNvSpPr>
            <a:spLocks noGrp="1"/>
          </p:cNvSpPr>
          <p:nvPr>
            <p:ph idx="1"/>
          </p:nvPr>
        </p:nvSpPr>
        <p:spPr/>
        <p:txBody>
          <a:bodyPr vert="horz" lIns="91440" tIns="45720" rIns="91440" bIns="45720" rtlCol="0" anchor="t">
            <a:normAutofit fontScale="92500" lnSpcReduction="20000"/>
          </a:bodyPr>
          <a:lstStyle/>
          <a:p>
            <a:r>
              <a:rPr lang="en-US" dirty="0">
                <a:latin typeface="Georgia"/>
              </a:rPr>
              <a:t>Student Name: Kobe Salyers</a:t>
            </a:r>
          </a:p>
          <a:p>
            <a:r>
              <a:rPr lang="en-US" dirty="0"/>
              <a:t>Subsystem: Vision System</a:t>
            </a:r>
          </a:p>
          <a:p>
            <a:r>
              <a:rPr lang="en-US" dirty="0"/>
              <a:t>Team Name: </a:t>
            </a:r>
            <a:r>
              <a:rPr lang="en-US"/>
              <a:t>ChronoCats</a:t>
            </a:r>
            <a:endParaRPr lang="en-US" dirty="0"/>
          </a:p>
        </p:txBody>
      </p:sp>
    </p:spTree>
    <p:extLst>
      <p:ext uri="{BB962C8B-B14F-4D97-AF65-F5344CB8AC3E}">
        <p14:creationId xmlns:p14="http://schemas.microsoft.com/office/powerpoint/2010/main" val="40964974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07D418-DA44-1C45-A6D4-22726FB5A591}"/>
              </a:ext>
            </a:extLst>
          </p:cNvPr>
          <p:cNvSpPr>
            <a:spLocks noGrp="1"/>
          </p:cNvSpPr>
          <p:nvPr>
            <p:ph type="title"/>
          </p:nvPr>
        </p:nvSpPr>
        <p:spPr/>
        <p:txBody>
          <a:bodyPr>
            <a:normAutofit fontScale="90000"/>
          </a:bodyPr>
          <a:lstStyle/>
          <a:p>
            <a:r>
              <a:rPr lang="en-US" dirty="0"/>
              <a:t>Synthesis – Modeling Part 1</a:t>
            </a:r>
            <a:br>
              <a:rPr lang="en-US" dirty="0"/>
            </a:br>
            <a:r>
              <a:rPr lang="en-US" sz="2200" dirty="0">
                <a:solidFill>
                  <a:schemeClr val="accent1"/>
                </a:solidFill>
              </a:rPr>
              <a:t>Instructions</a:t>
            </a:r>
            <a:endParaRPr lang="en-US" dirty="0">
              <a:solidFill>
                <a:schemeClr val="accent1"/>
              </a:solidFill>
            </a:endParaRPr>
          </a:p>
        </p:txBody>
      </p:sp>
      <p:sp>
        <p:nvSpPr>
          <p:cNvPr id="3" name="Content Placeholder 2">
            <a:extLst>
              <a:ext uri="{FF2B5EF4-FFF2-40B4-BE49-F238E27FC236}">
                <a16:creationId xmlns:a16="http://schemas.microsoft.com/office/drawing/2014/main" id="{16BD6CAE-ACBC-AA4C-B4E1-0240B588CE8B}"/>
              </a:ext>
            </a:extLst>
          </p:cNvPr>
          <p:cNvSpPr>
            <a:spLocks noGrp="1"/>
          </p:cNvSpPr>
          <p:nvPr>
            <p:ph idx="1"/>
          </p:nvPr>
        </p:nvSpPr>
        <p:spPr>
          <a:xfrm>
            <a:off x="1050878" y="1129863"/>
            <a:ext cx="7728383" cy="5386552"/>
          </a:xfrm>
        </p:spPr>
        <p:txBody>
          <a:bodyPr vert="horz" lIns="91440" tIns="45720" rIns="91440" bIns="45720" rtlCol="0" anchor="t">
            <a:normAutofit/>
          </a:bodyPr>
          <a:lstStyle/>
          <a:p>
            <a:pPr algn="l">
              <a:lnSpc>
                <a:spcPct val="120000"/>
              </a:lnSpc>
            </a:pPr>
            <a:r>
              <a:rPr lang="en-US" sz="1800" b="1" dirty="0">
                <a:effectLst/>
              </a:rPr>
              <a:t>Find and open the “Model 1” document that is for YOUR subsection on Canvas</a:t>
            </a:r>
            <a:r>
              <a:rPr lang="en-US" sz="1800" dirty="0">
                <a:effectLst/>
              </a:rPr>
              <a:t>.  </a:t>
            </a:r>
          </a:p>
          <a:p>
            <a:pPr algn="l">
              <a:lnSpc>
                <a:spcPct val="120000"/>
              </a:lnSpc>
            </a:pPr>
            <a:r>
              <a:rPr lang="en-US" sz="1800" dirty="0">
                <a:effectLst/>
              </a:rPr>
              <a:t>It contains some background and a description of how to do some basic calculations to help further define your design constraints.  At the end of the document is a description of what you will need to provide for this question.  </a:t>
            </a:r>
            <a:endParaRPr lang="en-US" dirty="0">
              <a:effectLst/>
            </a:endParaRPr>
          </a:p>
          <a:p>
            <a:pPr algn="l"/>
            <a:r>
              <a:rPr lang="en-US" dirty="0">
                <a:effectLst/>
              </a:rPr>
              <a:t>The rubric can be found on the next slide.</a:t>
            </a:r>
          </a:p>
          <a:p>
            <a:r>
              <a:rPr lang="en-US" dirty="0"/>
              <a:t>Complete the modeling and copy the result to the following slides.</a:t>
            </a:r>
          </a:p>
          <a:p>
            <a:r>
              <a:rPr lang="en-US" b="1" dirty="0">
                <a:solidFill>
                  <a:srgbClr val="FF0000"/>
                </a:solidFill>
                <a:latin typeface="Georgia"/>
              </a:rPr>
              <a:t>Any Excel files used for your model should be uploaded under the Comments on the assignment on Canvas so we can look at your work.</a:t>
            </a:r>
            <a:endParaRPr lang="en-US" b="1" dirty="0">
              <a:solidFill>
                <a:srgbClr val="FF0000"/>
              </a:solidFill>
            </a:endParaRPr>
          </a:p>
          <a:p>
            <a:endParaRPr lang="en-US" dirty="0"/>
          </a:p>
        </p:txBody>
      </p:sp>
      <p:sp>
        <p:nvSpPr>
          <p:cNvPr id="4" name="TextBox 3">
            <a:extLst>
              <a:ext uri="{FF2B5EF4-FFF2-40B4-BE49-F238E27FC236}">
                <a16:creationId xmlns:a16="http://schemas.microsoft.com/office/drawing/2014/main" id="{7D302D1B-14F3-44BB-96C2-394B3C40895F}"/>
              </a:ext>
            </a:extLst>
          </p:cNvPr>
          <p:cNvSpPr txBox="1"/>
          <p:nvPr/>
        </p:nvSpPr>
        <p:spPr>
          <a:xfrm>
            <a:off x="75775" y="1129863"/>
            <a:ext cx="553998" cy="3904591"/>
          </a:xfrm>
          <a:prstGeom prst="rect">
            <a:avLst/>
          </a:prstGeom>
          <a:solidFill>
            <a:schemeClr val="accent2">
              <a:lumMod val="75000"/>
            </a:schemeClr>
          </a:solidFill>
        </p:spPr>
        <p:txBody>
          <a:bodyPr vert="vert270" wrap="square" rtlCol="0">
            <a:spAutoFit/>
          </a:bodyPr>
          <a:lstStyle/>
          <a:p>
            <a:r>
              <a:rPr lang="en-US" sz="2400" dirty="0">
                <a:solidFill>
                  <a:schemeClr val="bg1"/>
                </a:solidFill>
                <a:latin typeface="Georgia" panose="02040502050405020303" pitchFamily="18" charset="0"/>
              </a:rPr>
              <a:t>Synthesis – Modeling Part 1</a:t>
            </a:r>
          </a:p>
        </p:txBody>
      </p:sp>
    </p:spTree>
    <p:extLst>
      <p:ext uri="{BB962C8B-B14F-4D97-AF65-F5344CB8AC3E}">
        <p14:creationId xmlns:p14="http://schemas.microsoft.com/office/powerpoint/2010/main" val="8413389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F7A1F5-31A9-4BE0-92FA-8C418C30E3B6}"/>
              </a:ext>
            </a:extLst>
          </p:cNvPr>
          <p:cNvSpPr>
            <a:spLocks noGrp="1"/>
          </p:cNvSpPr>
          <p:nvPr>
            <p:ph type="title"/>
          </p:nvPr>
        </p:nvSpPr>
        <p:spPr/>
        <p:txBody>
          <a:bodyPr>
            <a:normAutofit fontScale="90000"/>
          </a:bodyPr>
          <a:lstStyle/>
          <a:p>
            <a:r>
              <a:rPr lang="en-US" dirty="0"/>
              <a:t>Synthesis – Modeling Part 1</a:t>
            </a:r>
            <a:br>
              <a:rPr lang="en-US" dirty="0"/>
            </a:br>
            <a:r>
              <a:rPr lang="en-US" sz="2200" dirty="0">
                <a:solidFill>
                  <a:schemeClr val="accent1"/>
                </a:solidFill>
              </a:rPr>
              <a:t>Rubric</a:t>
            </a:r>
            <a:endParaRPr lang="en-US" dirty="0">
              <a:solidFill>
                <a:schemeClr val="accent1"/>
              </a:solidFill>
            </a:endParaRPr>
          </a:p>
        </p:txBody>
      </p:sp>
      <p:sp>
        <p:nvSpPr>
          <p:cNvPr id="3" name="Content Placeholder 2">
            <a:extLst>
              <a:ext uri="{FF2B5EF4-FFF2-40B4-BE49-F238E27FC236}">
                <a16:creationId xmlns:a16="http://schemas.microsoft.com/office/drawing/2014/main" id="{0DDC86DF-7346-4AF4-B657-2ECDFFD10DF2}"/>
              </a:ext>
            </a:extLst>
          </p:cNvPr>
          <p:cNvSpPr>
            <a:spLocks noGrp="1"/>
          </p:cNvSpPr>
          <p:nvPr>
            <p:ph idx="1"/>
          </p:nvPr>
        </p:nvSpPr>
        <p:spPr/>
        <p:txBody>
          <a:bodyPr vert="horz" lIns="91440" tIns="45720" rIns="91440" bIns="45720" rtlCol="0" anchor="t">
            <a:normAutofit/>
          </a:bodyPr>
          <a:lstStyle/>
          <a:p>
            <a:pPr algn="l"/>
            <a:r>
              <a:rPr lang="en-US" sz="2000" b="1" dirty="0">
                <a:effectLst/>
              </a:rPr>
              <a:t>RUBRIC:</a:t>
            </a:r>
            <a:endParaRPr lang="en-US" sz="2000" dirty="0">
              <a:effectLst/>
            </a:endParaRPr>
          </a:p>
          <a:p>
            <a:r>
              <a:rPr lang="en-US" sz="1800" b="1" dirty="0">
                <a:effectLst/>
                <a:latin typeface="Georgia"/>
              </a:rPr>
              <a:t>Game Structure:</a:t>
            </a:r>
            <a:r>
              <a:rPr lang="en-US" sz="1800" dirty="0">
                <a:effectLst/>
                <a:latin typeface="Georgia"/>
              </a:rPr>
              <a:t> Calculation of torque trying to pull tower over(</a:t>
            </a:r>
            <a:r>
              <a:rPr lang="en-US" dirty="0">
                <a:latin typeface="Georgia"/>
              </a:rPr>
              <a:t>5</a:t>
            </a:r>
            <a:r>
              <a:rPr lang="en-US" sz="1800" dirty="0">
                <a:effectLst/>
                <a:latin typeface="Georgia"/>
              </a:rPr>
              <a:t> points).  Two numbers, lower and upper space allowances (2 points each). 3D Model – Assembly of your design(6 points).</a:t>
            </a:r>
            <a:endParaRPr lang="en-US" dirty="0">
              <a:effectLst/>
              <a:latin typeface="Georgia"/>
            </a:endParaRPr>
          </a:p>
          <a:p>
            <a:pPr algn="l"/>
            <a:r>
              <a:rPr lang="en-US" sz="1800" b="1" dirty="0">
                <a:effectLst/>
              </a:rPr>
              <a:t>Vision System:</a:t>
            </a:r>
            <a:r>
              <a:rPr lang="en-US" sz="1800" dirty="0">
                <a:effectLst/>
              </a:rPr>
              <a:t> Field of view measurements (5 points) </a:t>
            </a:r>
            <a:r>
              <a:rPr lang="en-US" dirty="0"/>
              <a:t>Height to mount camera above board </a:t>
            </a:r>
            <a:r>
              <a:rPr lang="en-US" sz="1800" dirty="0">
                <a:effectLst/>
              </a:rPr>
              <a:t>(5 points), </a:t>
            </a:r>
            <a:r>
              <a:rPr lang="en-US" dirty="0"/>
              <a:t>Maximum angle for ramps inside roller tower (5 points)</a:t>
            </a:r>
            <a:endParaRPr lang="en-US" sz="1800" dirty="0">
              <a:effectLst/>
            </a:endParaRPr>
          </a:p>
          <a:p>
            <a:pPr algn="l"/>
            <a:r>
              <a:rPr lang="en-US" sz="1800" b="1" dirty="0">
                <a:effectLst/>
                <a:latin typeface="Georgia"/>
              </a:rPr>
              <a:t>Game Piece Mover:</a:t>
            </a:r>
            <a:r>
              <a:rPr lang="en-US" sz="1800" dirty="0">
                <a:effectLst/>
                <a:latin typeface="Georgia"/>
              </a:rPr>
              <a:t> Excel spreadsheet and graph for distance moved vs spool radius (5 points) Mass for initial concept compared to critical mass (5 points) Description of design to raise and lower end effector (5 points)</a:t>
            </a:r>
            <a:endParaRPr lang="en-US" dirty="0">
              <a:effectLst/>
              <a:latin typeface="Georgia"/>
            </a:endParaRPr>
          </a:p>
          <a:p>
            <a:r>
              <a:rPr lang="en-US" b="1" dirty="0">
                <a:latin typeface="Georgia"/>
              </a:rPr>
              <a:t>Gameboard Design</a:t>
            </a:r>
            <a:r>
              <a:rPr lang="en-US" sz="1800" b="1" dirty="0">
                <a:effectLst/>
                <a:latin typeface="Georgia"/>
              </a:rPr>
              <a:t>: </a:t>
            </a:r>
            <a:r>
              <a:rPr lang="en-US" sz="1800" dirty="0">
                <a:effectLst/>
                <a:latin typeface="Georgia"/>
              </a:rPr>
              <a:t>Calculation showing degrees per space (5 points)  Excel spreadsheet showing game piece (5 points), </a:t>
            </a:r>
            <a:r>
              <a:rPr lang="en-US" sz="1800" dirty="0">
                <a:effectLst/>
                <a:latin typeface="Aptos" panose="020B0004020202020204" pitchFamily="34" charset="0"/>
                <a:ea typeface="Aptos" panose="020B0004020202020204" pitchFamily="34" charset="0"/>
                <a:cs typeface="Times New Roman" panose="02020603050405020304" pitchFamily="18" charset="0"/>
              </a:rPr>
              <a:t>image of paper template showing a drawing </a:t>
            </a:r>
            <a:r>
              <a:rPr lang="en-US" sz="1800">
                <a:effectLst/>
                <a:latin typeface="Aptos" panose="020B0004020202020204" pitchFamily="34" charset="0"/>
                <a:ea typeface="Aptos" panose="020B0004020202020204" pitchFamily="34" charset="0"/>
                <a:cs typeface="Times New Roman" panose="02020603050405020304" pitchFamily="18" charset="0"/>
              </a:rPr>
              <a:t>of game </a:t>
            </a:r>
            <a:r>
              <a:rPr lang="en-US" sz="1800" dirty="0">
                <a:effectLst/>
                <a:latin typeface="Aptos" panose="020B0004020202020204" pitchFamily="34" charset="0"/>
                <a:ea typeface="Aptos" panose="020B0004020202020204" pitchFamily="34" charset="0"/>
                <a:cs typeface="Times New Roman" panose="02020603050405020304" pitchFamily="18" charset="0"/>
              </a:rPr>
              <a:t>piece locations and the radius of play, outside radius and distance between game piece centers clearly marked</a:t>
            </a:r>
            <a:r>
              <a:rPr lang="en-US" sz="1800" dirty="0">
                <a:effectLst/>
                <a:latin typeface="Georgia"/>
              </a:rPr>
              <a:t>(</a:t>
            </a:r>
            <a:r>
              <a:rPr lang="en-US" dirty="0">
                <a:latin typeface="Georgia"/>
              </a:rPr>
              <a:t>5</a:t>
            </a:r>
            <a:r>
              <a:rPr lang="en-US" sz="1800" dirty="0">
                <a:effectLst/>
                <a:latin typeface="Georgia"/>
              </a:rPr>
              <a:t> points)</a:t>
            </a:r>
            <a:endParaRPr lang="en-US" dirty="0">
              <a:effectLst/>
              <a:latin typeface="Georgia"/>
            </a:endParaRPr>
          </a:p>
          <a:p>
            <a:pPr algn="l"/>
            <a:r>
              <a:rPr lang="en-US" b="1" dirty="0"/>
              <a:t>User Interface </a:t>
            </a:r>
            <a:r>
              <a:rPr lang="en-US" sz="1800" b="1" dirty="0">
                <a:effectLst/>
              </a:rPr>
              <a:t>Code: </a:t>
            </a:r>
            <a:r>
              <a:rPr lang="en-US" sz="1800" dirty="0">
                <a:effectLst/>
              </a:rPr>
              <a:t>Series of screen shots that show the App and functioning code (15 points)</a:t>
            </a:r>
            <a:endParaRPr lang="en-US" dirty="0">
              <a:effectLst/>
            </a:endParaRPr>
          </a:p>
          <a:p>
            <a:endParaRPr lang="en-US" dirty="0"/>
          </a:p>
        </p:txBody>
      </p:sp>
      <p:sp>
        <p:nvSpPr>
          <p:cNvPr id="5" name="TextBox 4">
            <a:extLst>
              <a:ext uri="{FF2B5EF4-FFF2-40B4-BE49-F238E27FC236}">
                <a16:creationId xmlns:a16="http://schemas.microsoft.com/office/drawing/2014/main" id="{B8183458-144B-4641-A142-E1BDEDE5C863}"/>
              </a:ext>
            </a:extLst>
          </p:cNvPr>
          <p:cNvSpPr txBox="1"/>
          <p:nvPr/>
        </p:nvSpPr>
        <p:spPr>
          <a:xfrm>
            <a:off x="75775" y="1129863"/>
            <a:ext cx="553998" cy="3904591"/>
          </a:xfrm>
          <a:prstGeom prst="rect">
            <a:avLst/>
          </a:prstGeom>
          <a:solidFill>
            <a:schemeClr val="accent2">
              <a:lumMod val="75000"/>
            </a:schemeClr>
          </a:solidFill>
        </p:spPr>
        <p:txBody>
          <a:bodyPr vert="vert270" wrap="square" rtlCol="0">
            <a:spAutoFit/>
          </a:bodyPr>
          <a:lstStyle/>
          <a:p>
            <a:r>
              <a:rPr lang="en-US" sz="2400" dirty="0">
                <a:solidFill>
                  <a:schemeClr val="bg1"/>
                </a:solidFill>
                <a:latin typeface="Georgia" panose="02040502050405020303" pitchFamily="18" charset="0"/>
              </a:rPr>
              <a:t>Synthesis – Modeling Part 1</a:t>
            </a:r>
          </a:p>
        </p:txBody>
      </p:sp>
    </p:spTree>
    <p:extLst>
      <p:ext uri="{BB962C8B-B14F-4D97-AF65-F5344CB8AC3E}">
        <p14:creationId xmlns:p14="http://schemas.microsoft.com/office/powerpoint/2010/main" val="11403520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090260-2947-4065-A868-C4796CF08961}"/>
              </a:ext>
            </a:extLst>
          </p:cNvPr>
          <p:cNvSpPr>
            <a:spLocks noGrp="1"/>
          </p:cNvSpPr>
          <p:nvPr>
            <p:ph type="title"/>
          </p:nvPr>
        </p:nvSpPr>
        <p:spPr/>
        <p:txBody>
          <a:bodyPr/>
          <a:lstStyle/>
          <a:p>
            <a:r>
              <a:rPr lang="en-US" dirty="0"/>
              <a:t>Synthesis – Modeling Part 1</a:t>
            </a:r>
          </a:p>
        </p:txBody>
      </p:sp>
      <p:sp>
        <p:nvSpPr>
          <p:cNvPr id="3" name="Content Placeholder 2">
            <a:extLst>
              <a:ext uri="{FF2B5EF4-FFF2-40B4-BE49-F238E27FC236}">
                <a16:creationId xmlns:a16="http://schemas.microsoft.com/office/drawing/2014/main" id="{88AC082C-9E73-47D9-8BC8-368AD6D0F545}"/>
              </a:ext>
            </a:extLst>
          </p:cNvPr>
          <p:cNvSpPr>
            <a:spLocks noGrp="1"/>
          </p:cNvSpPr>
          <p:nvPr>
            <p:ph idx="1"/>
          </p:nvPr>
        </p:nvSpPr>
        <p:spPr/>
        <p:txBody>
          <a:bodyPr/>
          <a:lstStyle/>
          <a:p>
            <a:r>
              <a:rPr lang="en-US" sz="1800" dirty="0"/>
              <a:t>Please put your answers to Model Part 1  here and add as many slides as you need.</a:t>
            </a:r>
          </a:p>
          <a:p>
            <a:endParaRPr lang="en-US" dirty="0"/>
          </a:p>
        </p:txBody>
      </p:sp>
      <p:sp>
        <p:nvSpPr>
          <p:cNvPr id="5" name="TextBox 4">
            <a:extLst>
              <a:ext uri="{FF2B5EF4-FFF2-40B4-BE49-F238E27FC236}">
                <a16:creationId xmlns:a16="http://schemas.microsoft.com/office/drawing/2014/main" id="{5CA955EC-7A58-45C0-AEDC-0F4D68E40080}"/>
              </a:ext>
            </a:extLst>
          </p:cNvPr>
          <p:cNvSpPr txBox="1"/>
          <p:nvPr/>
        </p:nvSpPr>
        <p:spPr>
          <a:xfrm>
            <a:off x="75775" y="1129863"/>
            <a:ext cx="553998" cy="3904591"/>
          </a:xfrm>
          <a:prstGeom prst="rect">
            <a:avLst/>
          </a:prstGeom>
          <a:solidFill>
            <a:schemeClr val="accent2">
              <a:lumMod val="75000"/>
            </a:schemeClr>
          </a:solidFill>
        </p:spPr>
        <p:txBody>
          <a:bodyPr vert="vert270" wrap="square" rtlCol="0">
            <a:spAutoFit/>
          </a:bodyPr>
          <a:lstStyle/>
          <a:p>
            <a:r>
              <a:rPr lang="en-US" sz="2400" dirty="0">
                <a:solidFill>
                  <a:schemeClr val="bg1"/>
                </a:solidFill>
                <a:latin typeface="Georgia" panose="02040502050405020303" pitchFamily="18" charset="0"/>
              </a:rPr>
              <a:t>Synthesis – Modeling Part 1</a:t>
            </a:r>
          </a:p>
        </p:txBody>
      </p:sp>
      <mc:AlternateContent xmlns:mc="http://schemas.openxmlformats.org/markup-compatibility/2006" xmlns:p14="http://schemas.microsoft.com/office/powerpoint/2010/main">
        <mc:Choice Requires="p14">
          <p:contentPart p14:bwMode="auto" r:id="rId2">
            <p14:nvContentPartPr>
              <p14:cNvPr id="14" name="Ink 13">
                <a:extLst>
                  <a:ext uri="{FF2B5EF4-FFF2-40B4-BE49-F238E27FC236}">
                    <a16:creationId xmlns:a16="http://schemas.microsoft.com/office/drawing/2014/main" id="{6AF9B6ED-0C9E-9721-3F4F-EBFBE92F15AB}"/>
                  </a:ext>
                </a:extLst>
              </p14:cNvPr>
              <p14:cNvContentPartPr/>
              <p14:nvPr/>
            </p14:nvContentPartPr>
            <p14:xfrm>
              <a:off x="1854672" y="1789954"/>
              <a:ext cx="542160" cy="396000"/>
            </p14:xfrm>
          </p:contentPart>
        </mc:Choice>
        <mc:Fallback xmlns="">
          <p:pic>
            <p:nvPicPr>
              <p:cNvPr id="14" name="Ink 13">
                <a:extLst>
                  <a:ext uri="{FF2B5EF4-FFF2-40B4-BE49-F238E27FC236}">
                    <a16:creationId xmlns:a16="http://schemas.microsoft.com/office/drawing/2014/main" id="{6AF9B6ED-0C9E-9721-3F4F-EBFBE92F15AB}"/>
                  </a:ext>
                </a:extLst>
              </p:cNvPr>
              <p:cNvPicPr/>
              <p:nvPr/>
            </p:nvPicPr>
            <p:blipFill>
              <a:blip r:embed="rId3"/>
              <a:stretch>
                <a:fillRect/>
              </a:stretch>
            </p:blipFill>
            <p:spPr>
              <a:xfrm>
                <a:off x="1844232" y="1779514"/>
                <a:ext cx="563400" cy="4172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5" name="Ink 14">
                <a:extLst>
                  <a:ext uri="{FF2B5EF4-FFF2-40B4-BE49-F238E27FC236}">
                    <a16:creationId xmlns:a16="http://schemas.microsoft.com/office/drawing/2014/main" id="{EB2C9BFA-6716-CA21-D08A-C698EACC3D0B}"/>
                  </a:ext>
                </a:extLst>
              </p14:cNvPr>
              <p14:cNvContentPartPr/>
              <p14:nvPr/>
            </p14:nvContentPartPr>
            <p14:xfrm>
              <a:off x="1137192" y="1807594"/>
              <a:ext cx="556560" cy="270000"/>
            </p14:xfrm>
          </p:contentPart>
        </mc:Choice>
        <mc:Fallback xmlns="">
          <p:pic>
            <p:nvPicPr>
              <p:cNvPr id="15" name="Ink 14">
                <a:extLst>
                  <a:ext uri="{FF2B5EF4-FFF2-40B4-BE49-F238E27FC236}">
                    <a16:creationId xmlns:a16="http://schemas.microsoft.com/office/drawing/2014/main" id="{EB2C9BFA-6716-CA21-D08A-C698EACC3D0B}"/>
                  </a:ext>
                </a:extLst>
              </p:cNvPr>
              <p:cNvPicPr/>
              <p:nvPr/>
            </p:nvPicPr>
            <p:blipFill>
              <a:blip r:embed="rId5"/>
              <a:stretch>
                <a:fillRect/>
              </a:stretch>
            </p:blipFill>
            <p:spPr>
              <a:xfrm>
                <a:off x="1126745" y="1797154"/>
                <a:ext cx="577814" cy="291240"/>
              </a:xfrm>
              <a:prstGeom prst="rect">
                <a:avLst/>
              </a:prstGeom>
            </p:spPr>
          </p:pic>
        </mc:Fallback>
      </mc:AlternateContent>
      <p:sp>
        <p:nvSpPr>
          <p:cNvPr id="26" name="Rectangle 25">
            <a:extLst>
              <a:ext uri="{FF2B5EF4-FFF2-40B4-BE49-F238E27FC236}">
                <a16:creationId xmlns:a16="http://schemas.microsoft.com/office/drawing/2014/main" id="{1A0D24E8-2320-462D-BC8D-67A6EF09D68B}"/>
              </a:ext>
            </a:extLst>
          </p:cNvPr>
          <p:cNvSpPr/>
          <p:nvPr/>
        </p:nvSpPr>
        <p:spPr>
          <a:xfrm>
            <a:off x="1031400" y="2166120"/>
            <a:ext cx="1463040" cy="1463040"/>
          </a:xfrm>
          <a:prstGeom prst="rect">
            <a:avLst/>
          </a:prstGeom>
          <a:solidFill>
            <a:srgbClr val="000000">
              <a:alpha val="5000"/>
            </a:srgbClr>
          </a:solidFill>
          <a:ln w="216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1"/>
          <a:lstStyle/>
          <a:p>
            <a:endParaRPr lang="en-US">
              <a:solidFill>
                <a:srgbClr val="000000"/>
              </a:solidFill>
            </a:endParaRPr>
          </a:p>
        </p:txBody>
      </p:sp>
      <mc:AlternateContent xmlns:mc="http://schemas.openxmlformats.org/markup-compatibility/2006" xmlns:p14="http://schemas.microsoft.com/office/powerpoint/2010/main">
        <mc:Choice Requires="p14">
          <p:contentPart p14:bwMode="auto" r:id="rId6">
            <p14:nvContentPartPr>
              <p14:cNvPr id="55" name="Ink 54">
                <a:extLst>
                  <a:ext uri="{FF2B5EF4-FFF2-40B4-BE49-F238E27FC236}">
                    <a16:creationId xmlns:a16="http://schemas.microsoft.com/office/drawing/2014/main" id="{61AFAE9F-7882-DE51-1DE7-63F06CB30B42}"/>
                  </a:ext>
                </a:extLst>
              </p14:cNvPr>
              <p14:cNvContentPartPr/>
              <p14:nvPr/>
            </p14:nvContentPartPr>
            <p14:xfrm>
              <a:off x="865738" y="2384320"/>
              <a:ext cx="1750680" cy="360"/>
            </p14:xfrm>
          </p:contentPart>
        </mc:Choice>
        <mc:Fallback xmlns="">
          <p:pic>
            <p:nvPicPr>
              <p:cNvPr id="55" name="Ink 54">
                <a:extLst>
                  <a:ext uri="{FF2B5EF4-FFF2-40B4-BE49-F238E27FC236}">
                    <a16:creationId xmlns:a16="http://schemas.microsoft.com/office/drawing/2014/main" id="{61AFAE9F-7882-DE51-1DE7-63F06CB30B42}"/>
                  </a:ext>
                </a:extLst>
              </p:cNvPr>
              <p:cNvPicPr/>
              <p:nvPr/>
            </p:nvPicPr>
            <p:blipFill>
              <a:blip r:embed="rId7"/>
              <a:stretch>
                <a:fillRect/>
              </a:stretch>
            </p:blipFill>
            <p:spPr>
              <a:xfrm>
                <a:off x="859618" y="2378200"/>
                <a:ext cx="176292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6" name="Ink 55">
                <a:extLst>
                  <a:ext uri="{FF2B5EF4-FFF2-40B4-BE49-F238E27FC236}">
                    <a16:creationId xmlns:a16="http://schemas.microsoft.com/office/drawing/2014/main" id="{A7218A9D-EE1D-3BCE-CACC-518279F1073A}"/>
                  </a:ext>
                </a:extLst>
              </p14:cNvPr>
              <p14:cNvContentPartPr/>
              <p14:nvPr/>
            </p14:nvContentPartPr>
            <p14:xfrm>
              <a:off x="898138" y="2603560"/>
              <a:ext cx="1716120" cy="360"/>
            </p14:xfrm>
          </p:contentPart>
        </mc:Choice>
        <mc:Fallback xmlns="">
          <p:pic>
            <p:nvPicPr>
              <p:cNvPr id="56" name="Ink 55">
                <a:extLst>
                  <a:ext uri="{FF2B5EF4-FFF2-40B4-BE49-F238E27FC236}">
                    <a16:creationId xmlns:a16="http://schemas.microsoft.com/office/drawing/2014/main" id="{A7218A9D-EE1D-3BCE-CACC-518279F1073A}"/>
                  </a:ext>
                </a:extLst>
              </p:cNvPr>
              <p:cNvPicPr/>
              <p:nvPr/>
            </p:nvPicPr>
            <p:blipFill>
              <a:blip r:embed="rId9"/>
              <a:stretch>
                <a:fillRect/>
              </a:stretch>
            </p:blipFill>
            <p:spPr>
              <a:xfrm>
                <a:off x="892018" y="2597440"/>
                <a:ext cx="172836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57" name="Ink 56">
                <a:extLst>
                  <a:ext uri="{FF2B5EF4-FFF2-40B4-BE49-F238E27FC236}">
                    <a16:creationId xmlns:a16="http://schemas.microsoft.com/office/drawing/2014/main" id="{466106EB-B4D2-C368-D3B0-CF719529E1FE}"/>
                  </a:ext>
                </a:extLst>
              </p14:cNvPr>
              <p14:cNvContentPartPr/>
              <p14:nvPr/>
            </p14:nvContentPartPr>
            <p14:xfrm>
              <a:off x="898138" y="2822800"/>
              <a:ext cx="1720800" cy="360"/>
            </p14:xfrm>
          </p:contentPart>
        </mc:Choice>
        <mc:Fallback xmlns="">
          <p:pic>
            <p:nvPicPr>
              <p:cNvPr id="57" name="Ink 56">
                <a:extLst>
                  <a:ext uri="{FF2B5EF4-FFF2-40B4-BE49-F238E27FC236}">
                    <a16:creationId xmlns:a16="http://schemas.microsoft.com/office/drawing/2014/main" id="{466106EB-B4D2-C368-D3B0-CF719529E1FE}"/>
                  </a:ext>
                </a:extLst>
              </p:cNvPr>
              <p:cNvPicPr/>
              <p:nvPr/>
            </p:nvPicPr>
            <p:blipFill>
              <a:blip r:embed="rId11"/>
              <a:stretch>
                <a:fillRect/>
              </a:stretch>
            </p:blipFill>
            <p:spPr>
              <a:xfrm>
                <a:off x="892018" y="2816680"/>
                <a:ext cx="173304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58" name="Ink 57">
                <a:extLst>
                  <a:ext uri="{FF2B5EF4-FFF2-40B4-BE49-F238E27FC236}">
                    <a16:creationId xmlns:a16="http://schemas.microsoft.com/office/drawing/2014/main" id="{C2480494-6864-8174-4A45-4B124BCE7503}"/>
                  </a:ext>
                </a:extLst>
              </p14:cNvPr>
              <p14:cNvContentPartPr/>
              <p14:nvPr/>
            </p14:nvContentPartPr>
            <p14:xfrm>
              <a:off x="907138" y="3030880"/>
              <a:ext cx="1734120" cy="360"/>
            </p14:xfrm>
          </p:contentPart>
        </mc:Choice>
        <mc:Fallback xmlns="">
          <p:pic>
            <p:nvPicPr>
              <p:cNvPr id="58" name="Ink 57">
                <a:extLst>
                  <a:ext uri="{FF2B5EF4-FFF2-40B4-BE49-F238E27FC236}">
                    <a16:creationId xmlns:a16="http://schemas.microsoft.com/office/drawing/2014/main" id="{C2480494-6864-8174-4A45-4B124BCE7503}"/>
                  </a:ext>
                </a:extLst>
              </p:cNvPr>
              <p:cNvPicPr/>
              <p:nvPr/>
            </p:nvPicPr>
            <p:blipFill>
              <a:blip r:embed="rId13"/>
              <a:stretch>
                <a:fillRect/>
              </a:stretch>
            </p:blipFill>
            <p:spPr>
              <a:xfrm>
                <a:off x="901018" y="3024760"/>
                <a:ext cx="174636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59" name="Ink 58">
                <a:extLst>
                  <a:ext uri="{FF2B5EF4-FFF2-40B4-BE49-F238E27FC236}">
                    <a16:creationId xmlns:a16="http://schemas.microsoft.com/office/drawing/2014/main" id="{4CC7547F-16CF-5A4C-1C2E-2DFAE9765382}"/>
                  </a:ext>
                </a:extLst>
              </p14:cNvPr>
              <p14:cNvContentPartPr/>
              <p14:nvPr/>
            </p14:nvContentPartPr>
            <p14:xfrm>
              <a:off x="898138" y="3250120"/>
              <a:ext cx="1741320" cy="360"/>
            </p14:xfrm>
          </p:contentPart>
        </mc:Choice>
        <mc:Fallback xmlns="">
          <p:pic>
            <p:nvPicPr>
              <p:cNvPr id="59" name="Ink 58">
                <a:extLst>
                  <a:ext uri="{FF2B5EF4-FFF2-40B4-BE49-F238E27FC236}">
                    <a16:creationId xmlns:a16="http://schemas.microsoft.com/office/drawing/2014/main" id="{4CC7547F-16CF-5A4C-1C2E-2DFAE9765382}"/>
                  </a:ext>
                </a:extLst>
              </p:cNvPr>
              <p:cNvPicPr/>
              <p:nvPr/>
            </p:nvPicPr>
            <p:blipFill>
              <a:blip r:embed="rId15"/>
              <a:stretch>
                <a:fillRect/>
              </a:stretch>
            </p:blipFill>
            <p:spPr>
              <a:xfrm>
                <a:off x="892018" y="3244000"/>
                <a:ext cx="175356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60" name="Ink 59">
                <a:extLst>
                  <a:ext uri="{FF2B5EF4-FFF2-40B4-BE49-F238E27FC236}">
                    <a16:creationId xmlns:a16="http://schemas.microsoft.com/office/drawing/2014/main" id="{3662BBD9-0156-8694-F5B3-9725687A2C76}"/>
                  </a:ext>
                </a:extLst>
              </p14:cNvPr>
              <p14:cNvContentPartPr/>
              <p14:nvPr/>
            </p14:nvContentPartPr>
            <p14:xfrm>
              <a:off x="887698" y="3434800"/>
              <a:ext cx="1772640" cy="360"/>
            </p14:xfrm>
          </p:contentPart>
        </mc:Choice>
        <mc:Fallback xmlns="">
          <p:pic>
            <p:nvPicPr>
              <p:cNvPr id="60" name="Ink 59">
                <a:extLst>
                  <a:ext uri="{FF2B5EF4-FFF2-40B4-BE49-F238E27FC236}">
                    <a16:creationId xmlns:a16="http://schemas.microsoft.com/office/drawing/2014/main" id="{3662BBD9-0156-8694-F5B3-9725687A2C76}"/>
                  </a:ext>
                </a:extLst>
              </p:cNvPr>
              <p:cNvPicPr/>
              <p:nvPr/>
            </p:nvPicPr>
            <p:blipFill>
              <a:blip r:embed="rId17"/>
              <a:stretch>
                <a:fillRect/>
              </a:stretch>
            </p:blipFill>
            <p:spPr>
              <a:xfrm>
                <a:off x="881578" y="3428680"/>
                <a:ext cx="178488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61" name="Ink 60">
                <a:extLst>
                  <a:ext uri="{FF2B5EF4-FFF2-40B4-BE49-F238E27FC236}">
                    <a16:creationId xmlns:a16="http://schemas.microsoft.com/office/drawing/2014/main" id="{279B708F-A72A-0E00-39BC-E50BFA922CF8}"/>
                  </a:ext>
                </a:extLst>
              </p14:cNvPr>
              <p14:cNvContentPartPr/>
              <p14:nvPr/>
            </p14:nvContentPartPr>
            <p14:xfrm>
              <a:off x="1783378" y="2110360"/>
              <a:ext cx="360" cy="1746000"/>
            </p14:xfrm>
          </p:contentPart>
        </mc:Choice>
        <mc:Fallback xmlns="">
          <p:pic>
            <p:nvPicPr>
              <p:cNvPr id="61" name="Ink 60">
                <a:extLst>
                  <a:ext uri="{FF2B5EF4-FFF2-40B4-BE49-F238E27FC236}">
                    <a16:creationId xmlns:a16="http://schemas.microsoft.com/office/drawing/2014/main" id="{279B708F-A72A-0E00-39BC-E50BFA922CF8}"/>
                  </a:ext>
                </a:extLst>
              </p:cNvPr>
              <p:cNvPicPr/>
              <p:nvPr/>
            </p:nvPicPr>
            <p:blipFill>
              <a:blip r:embed="rId19"/>
              <a:stretch>
                <a:fillRect/>
              </a:stretch>
            </p:blipFill>
            <p:spPr>
              <a:xfrm>
                <a:off x="1777258" y="2104240"/>
                <a:ext cx="12600" cy="17582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75" name="Ink 74">
                <a:extLst>
                  <a:ext uri="{FF2B5EF4-FFF2-40B4-BE49-F238E27FC236}">
                    <a16:creationId xmlns:a16="http://schemas.microsoft.com/office/drawing/2014/main" id="{3FFE6D73-66F8-5767-0976-CAFC54D26AEA}"/>
                  </a:ext>
                </a:extLst>
              </p14:cNvPr>
              <p14:cNvContentPartPr/>
              <p14:nvPr/>
            </p14:nvContentPartPr>
            <p14:xfrm>
              <a:off x="1102313" y="2218716"/>
              <a:ext cx="1206720" cy="115920"/>
            </p14:xfrm>
          </p:contentPart>
        </mc:Choice>
        <mc:Fallback xmlns="">
          <p:pic>
            <p:nvPicPr>
              <p:cNvPr id="75" name="Ink 74">
                <a:extLst>
                  <a:ext uri="{FF2B5EF4-FFF2-40B4-BE49-F238E27FC236}">
                    <a16:creationId xmlns:a16="http://schemas.microsoft.com/office/drawing/2014/main" id="{3FFE6D73-66F8-5767-0976-CAFC54D26AEA}"/>
                  </a:ext>
                </a:extLst>
              </p:cNvPr>
              <p:cNvPicPr/>
              <p:nvPr/>
            </p:nvPicPr>
            <p:blipFill>
              <a:blip r:embed="rId21"/>
              <a:stretch>
                <a:fillRect/>
              </a:stretch>
            </p:blipFill>
            <p:spPr>
              <a:xfrm>
                <a:off x="1096193" y="2212596"/>
                <a:ext cx="1218960" cy="12816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78" name="Ink 77">
                <a:extLst>
                  <a:ext uri="{FF2B5EF4-FFF2-40B4-BE49-F238E27FC236}">
                    <a16:creationId xmlns:a16="http://schemas.microsoft.com/office/drawing/2014/main" id="{9E582E34-A15B-3D23-3110-1F4DCD76BC59}"/>
                  </a:ext>
                </a:extLst>
              </p14:cNvPr>
              <p14:cNvContentPartPr/>
              <p14:nvPr/>
            </p14:nvContentPartPr>
            <p14:xfrm>
              <a:off x="1318313" y="2666916"/>
              <a:ext cx="81000" cy="78840"/>
            </p14:xfrm>
          </p:contentPart>
        </mc:Choice>
        <mc:Fallback xmlns="">
          <p:pic>
            <p:nvPicPr>
              <p:cNvPr id="78" name="Ink 77">
                <a:extLst>
                  <a:ext uri="{FF2B5EF4-FFF2-40B4-BE49-F238E27FC236}">
                    <a16:creationId xmlns:a16="http://schemas.microsoft.com/office/drawing/2014/main" id="{9E582E34-A15B-3D23-3110-1F4DCD76BC59}"/>
                  </a:ext>
                </a:extLst>
              </p:cNvPr>
              <p:cNvPicPr/>
              <p:nvPr/>
            </p:nvPicPr>
            <p:blipFill>
              <a:blip r:embed="rId23"/>
              <a:stretch>
                <a:fillRect/>
              </a:stretch>
            </p:blipFill>
            <p:spPr>
              <a:xfrm>
                <a:off x="1312193" y="2660796"/>
                <a:ext cx="93240" cy="9108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81" name="Ink 80">
                <a:extLst>
                  <a:ext uri="{FF2B5EF4-FFF2-40B4-BE49-F238E27FC236}">
                    <a16:creationId xmlns:a16="http://schemas.microsoft.com/office/drawing/2014/main" id="{DB4DC618-AAB4-790C-0E1B-387D68709252}"/>
                  </a:ext>
                </a:extLst>
              </p14:cNvPr>
              <p14:cNvContentPartPr/>
              <p14:nvPr/>
            </p14:nvContentPartPr>
            <p14:xfrm>
              <a:off x="1336673" y="2874636"/>
              <a:ext cx="76320" cy="300600"/>
            </p14:xfrm>
          </p:contentPart>
        </mc:Choice>
        <mc:Fallback xmlns="">
          <p:pic>
            <p:nvPicPr>
              <p:cNvPr id="81" name="Ink 80">
                <a:extLst>
                  <a:ext uri="{FF2B5EF4-FFF2-40B4-BE49-F238E27FC236}">
                    <a16:creationId xmlns:a16="http://schemas.microsoft.com/office/drawing/2014/main" id="{DB4DC618-AAB4-790C-0E1B-387D68709252}"/>
                  </a:ext>
                </a:extLst>
              </p:cNvPr>
              <p:cNvPicPr/>
              <p:nvPr/>
            </p:nvPicPr>
            <p:blipFill>
              <a:blip r:embed="rId25"/>
              <a:stretch>
                <a:fillRect/>
              </a:stretch>
            </p:blipFill>
            <p:spPr>
              <a:xfrm>
                <a:off x="1330553" y="2868516"/>
                <a:ext cx="88560" cy="31284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82" name="Ink 81">
                <a:extLst>
                  <a:ext uri="{FF2B5EF4-FFF2-40B4-BE49-F238E27FC236}">
                    <a16:creationId xmlns:a16="http://schemas.microsoft.com/office/drawing/2014/main" id="{52E4F1C1-6749-ADA1-B265-2F5BC72AE565}"/>
                  </a:ext>
                </a:extLst>
              </p14:cNvPr>
              <p14:cNvContentPartPr/>
              <p14:nvPr/>
            </p14:nvContentPartPr>
            <p14:xfrm>
              <a:off x="1290593" y="2438316"/>
              <a:ext cx="111240" cy="99720"/>
            </p14:xfrm>
          </p:contentPart>
        </mc:Choice>
        <mc:Fallback xmlns="">
          <p:pic>
            <p:nvPicPr>
              <p:cNvPr id="82" name="Ink 81">
                <a:extLst>
                  <a:ext uri="{FF2B5EF4-FFF2-40B4-BE49-F238E27FC236}">
                    <a16:creationId xmlns:a16="http://schemas.microsoft.com/office/drawing/2014/main" id="{52E4F1C1-6749-ADA1-B265-2F5BC72AE565}"/>
                  </a:ext>
                </a:extLst>
              </p:cNvPr>
              <p:cNvPicPr/>
              <p:nvPr/>
            </p:nvPicPr>
            <p:blipFill>
              <a:blip r:embed="rId27"/>
              <a:stretch>
                <a:fillRect/>
              </a:stretch>
            </p:blipFill>
            <p:spPr>
              <a:xfrm>
                <a:off x="1284473" y="2432174"/>
                <a:ext cx="123480" cy="112004"/>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85" name="Ink 84">
                <a:extLst>
                  <a:ext uri="{FF2B5EF4-FFF2-40B4-BE49-F238E27FC236}">
                    <a16:creationId xmlns:a16="http://schemas.microsoft.com/office/drawing/2014/main" id="{E0E2D72E-17FB-B052-EC8C-8883D3800DDD}"/>
                  </a:ext>
                </a:extLst>
              </p14:cNvPr>
              <p14:cNvContentPartPr/>
              <p14:nvPr/>
            </p14:nvContentPartPr>
            <p14:xfrm>
              <a:off x="1373753" y="3278556"/>
              <a:ext cx="67320" cy="289080"/>
            </p14:xfrm>
          </p:contentPart>
        </mc:Choice>
        <mc:Fallback xmlns="">
          <p:pic>
            <p:nvPicPr>
              <p:cNvPr id="85" name="Ink 84">
                <a:extLst>
                  <a:ext uri="{FF2B5EF4-FFF2-40B4-BE49-F238E27FC236}">
                    <a16:creationId xmlns:a16="http://schemas.microsoft.com/office/drawing/2014/main" id="{E0E2D72E-17FB-B052-EC8C-8883D3800DDD}"/>
                  </a:ext>
                </a:extLst>
              </p:cNvPr>
              <p:cNvPicPr/>
              <p:nvPr/>
            </p:nvPicPr>
            <p:blipFill>
              <a:blip r:embed="rId29"/>
              <a:stretch>
                <a:fillRect/>
              </a:stretch>
            </p:blipFill>
            <p:spPr>
              <a:xfrm>
                <a:off x="1367633" y="3272428"/>
                <a:ext cx="79560" cy="301335"/>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89" name="Ink 88">
                <a:extLst>
                  <a:ext uri="{FF2B5EF4-FFF2-40B4-BE49-F238E27FC236}">
                    <a16:creationId xmlns:a16="http://schemas.microsoft.com/office/drawing/2014/main" id="{C3686417-66A1-0B5A-509A-3945E75D2930}"/>
                  </a:ext>
                </a:extLst>
              </p14:cNvPr>
              <p14:cNvContentPartPr/>
              <p14:nvPr/>
            </p14:nvContentPartPr>
            <p14:xfrm>
              <a:off x="1964873" y="2431116"/>
              <a:ext cx="279720" cy="110520"/>
            </p14:xfrm>
          </p:contentPart>
        </mc:Choice>
        <mc:Fallback xmlns="">
          <p:pic>
            <p:nvPicPr>
              <p:cNvPr id="89" name="Ink 88">
                <a:extLst>
                  <a:ext uri="{FF2B5EF4-FFF2-40B4-BE49-F238E27FC236}">
                    <a16:creationId xmlns:a16="http://schemas.microsoft.com/office/drawing/2014/main" id="{C3686417-66A1-0B5A-509A-3945E75D2930}"/>
                  </a:ext>
                </a:extLst>
              </p:cNvPr>
              <p:cNvPicPr/>
              <p:nvPr/>
            </p:nvPicPr>
            <p:blipFill>
              <a:blip r:embed="rId31"/>
              <a:stretch>
                <a:fillRect/>
              </a:stretch>
            </p:blipFill>
            <p:spPr>
              <a:xfrm>
                <a:off x="1958753" y="2424976"/>
                <a:ext cx="291960" cy="1228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93" name="Ink 92">
                <a:extLst>
                  <a:ext uri="{FF2B5EF4-FFF2-40B4-BE49-F238E27FC236}">
                    <a16:creationId xmlns:a16="http://schemas.microsoft.com/office/drawing/2014/main" id="{8DD449B0-163D-ADBA-696F-B9AA332A3DB1}"/>
                  </a:ext>
                </a:extLst>
              </p14:cNvPr>
              <p14:cNvContentPartPr/>
              <p14:nvPr/>
            </p14:nvContentPartPr>
            <p14:xfrm>
              <a:off x="1999433" y="2655396"/>
              <a:ext cx="270720" cy="90360"/>
            </p14:xfrm>
          </p:contentPart>
        </mc:Choice>
        <mc:Fallback xmlns="">
          <p:pic>
            <p:nvPicPr>
              <p:cNvPr id="93" name="Ink 92">
                <a:extLst>
                  <a:ext uri="{FF2B5EF4-FFF2-40B4-BE49-F238E27FC236}">
                    <a16:creationId xmlns:a16="http://schemas.microsoft.com/office/drawing/2014/main" id="{8DD449B0-163D-ADBA-696F-B9AA332A3DB1}"/>
                  </a:ext>
                </a:extLst>
              </p:cNvPr>
              <p:cNvPicPr/>
              <p:nvPr/>
            </p:nvPicPr>
            <p:blipFill>
              <a:blip r:embed="rId33"/>
              <a:stretch>
                <a:fillRect/>
              </a:stretch>
            </p:blipFill>
            <p:spPr>
              <a:xfrm>
                <a:off x="1993305" y="2649276"/>
                <a:ext cx="282976" cy="1026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97" name="Ink 96">
                <a:extLst>
                  <a:ext uri="{FF2B5EF4-FFF2-40B4-BE49-F238E27FC236}">
                    <a16:creationId xmlns:a16="http://schemas.microsoft.com/office/drawing/2014/main" id="{B1A917FF-76FB-B080-0A28-81B4DFC069DD}"/>
                  </a:ext>
                </a:extLst>
              </p14:cNvPr>
              <p14:cNvContentPartPr/>
              <p14:nvPr/>
            </p14:nvContentPartPr>
            <p14:xfrm>
              <a:off x="2013473" y="2860956"/>
              <a:ext cx="291240" cy="108360"/>
            </p14:xfrm>
          </p:contentPart>
        </mc:Choice>
        <mc:Fallback xmlns="">
          <p:pic>
            <p:nvPicPr>
              <p:cNvPr id="97" name="Ink 96">
                <a:extLst>
                  <a:ext uri="{FF2B5EF4-FFF2-40B4-BE49-F238E27FC236}">
                    <a16:creationId xmlns:a16="http://schemas.microsoft.com/office/drawing/2014/main" id="{B1A917FF-76FB-B080-0A28-81B4DFC069DD}"/>
                  </a:ext>
                </a:extLst>
              </p:cNvPr>
              <p:cNvPicPr/>
              <p:nvPr/>
            </p:nvPicPr>
            <p:blipFill>
              <a:blip r:embed="rId35"/>
              <a:stretch>
                <a:fillRect/>
              </a:stretch>
            </p:blipFill>
            <p:spPr>
              <a:xfrm>
                <a:off x="2007353" y="2854856"/>
                <a:ext cx="303480" cy="120559"/>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101" name="Ink 100">
                <a:extLst>
                  <a:ext uri="{FF2B5EF4-FFF2-40B4-BE49-F238E27FC236}">
                    <a16:creationId xmlns:a16="http://schemas.microsoft.com/office/drawing/2014/main" id="{D7FBF670-2BFC-6214-5CEB-FFC625EFA1C2}"/>
                  </a:ext>
                </a:extLst>
              </p14:cNvPr>
              <p14:cNvContentPartPr/>
              <p14:nvPr/>
            </p14:nvContentPartPr>
            <p14:xfrm>
              <a:off x="2015993" y="3063996"/>
              <a:ext cx="288360" cy="118080"/>
            </p14:xfrm>
          </p:contentPart>
        </mc:Choice>
        <mc:Fallback xmlns="">
          <p:pic>
            <p:nvPicPr>
              <p:cNvPr id="101" name="Ink 100">
                <a:extLst>
                  <a:ext uri="{FF2B5EF4-FFF2-40B4-BE49-F238E27FC236}">
                    <a16:creationId xmlns:a16="http://schemas.microsoft.com/office/drawing/2014/main" id="{D7FBF670-2BFC-6214-5CEB-FFC625EFA1C2}"/>
                  </a:ext>
                </a:extLst>
              </p:cNvPr>
              <p:cNvPicPr/>
              <p:nvPr/>
            </p:nvPicPr>
            <p:blipFill>
              <a:blip r:embed="rId37"/>
              <a:stretch>
                <a:fillRect/>
              </a:stretch>
            </p:blipFill>
            <p:spPr>
              <a:xfrm>
                <a:off x="2009873" y="3057876"/>
                <a:ext cx="300600" cy="13032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105" name="Ink 104">
                <a:extLst>
                  <a:ext uri="{FF2B5EF4-FFF2-40B4-BE49-F238E27FC236}">
                    <a16:creationId xmlns:a16="http://schemas.microsoft.com/office/drawing/2014/main" id="{D74B5D9C-0ED0-3479-59A9-C606C0A151F6}"/>
                  </a:ext>
                </a:extLst>
              </p14:cNvPr>
              <p14:cNvContentPartPr/>
              <p14:nvPr/>
            </p14:nvContentPartPr>
            <p14:xfrm>
              <a:off x="2031833" y="3278916"/>
              <a:ext cx="289080" cy="90360"/>
            </p14:xfrm>
          </p:contentPart>
        </mc:Choice>
        <mc:Fallback xmlns="">
          <p:pic>
            <p:nvPicPr>
              <p:cNvPr id="105" name="Ink 104">
                <a:extLst>
                  <a:ext uri="{FF2B5EF4-FFF2-40B4-BE49-F238E27FC236}">
                    <a16:creationId xmlns:a16="http://schemas.microsoft.com/office/drawing/2014/main" id="{D74B5D9C-0ED0-3479-59A9-C606C0A151F6}"/>
                  </a:ext>
                </a:extLst>
              </p:cNvPr>
              <p:cNvPicPr/>
              <p:nvPr/>
            </p:nvPicPr>
            <p:blipFill>
              <a:blip r:embed="rId39"/>
              <a:stretch>
                <a:fillRect/>
              </a:stretch>
            </p:blipFill>
            <p:spPr>
              <a:xfrm>
                <a:off x="2025713" y="3272772"/>
                <a:ext cx="301320" cy="102649"/>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109" name="Ink 108">
                <a:extLst>
                  <a:ext uri="{FF2B5EF4-FFF2-40B4-BE49-F238E27FC236}">
                    <a16:creationId xmlns:a16="http://schemas.microsoft.com/office/drawing/2014/main" id="{E68D6120-3D2C-48DF-AB31-6A18B1B137A1}"/>
                  </a:ext>
                </a:extLst>
              </p14:cNvPr>
              <p14:cNvContentPartPr/>
              <p14:nvPr/>
            </p14:nvContentPartPr>
            <p14:xfrm>
              <a:off x="2050193" y="3488796"/>
              <a:ext cx="233640" cy="92520"/>
            </p14:xfrm>
          </p:contentPart>
        </mc:Choice>
        <mc:Fallback xmlns="">
          <p:pic>
            <p:nvPicPr>
              <p:cNvPr id="109" name="Ink 108">
                <a:extLst>
                  <a:ext uri="{FF2B5EF4-FFF2-40B4-BE49-F238E27FC236}">
                    <a16:creationId xmlns:a16="http://schemas.microsoft.com/office/drawing/2014/main" id="{E68D6120-3D2C-48DF-AB31-6A18B1B137A1}"/>
                  </a:ext>
                </a:extLst>
              </p:cNvPr>
              <p:cNvPicPr/>
              <p:nvPr/>
            </p:nvPicPr>
            <p:blipFill>
              <a:blip r:embed="rId41"/>
              <a:stretch>
                <a:fillRect/>
              </a:stretch>
            </p:blipFill>
            <p:spPr>
              <a:xfrm>
                <a:off x="2044073" y="3482700"/>
                <a:ext cx="245880" cy="104713"/>
              </a:xfrm>
              <a:prstGeom prst="rect">
                <a:avLst/>
              </a:prstGeom>
            </p:spPr>
          </p:pic>
        </mc:Fallback>
      </mc:AlternateContent>
      <p:sp>
        <p:nvSpPr>
          <p:cNvPr id="110" name="TextBox 109">
            <a:extLst>
              <a:ext uri="{FF2B5EF4-FFF2-40B4-BE49-F238E27FC236}">
                <a16:creationId xmlns:a16="http://schemas.microsoft.com/office/drawing/2014/main" id="{433B862F-A56F-F813-68C7-2BD0D1E49543}"/>
              </a:ext>
            </a:extLst>
          </p:cNvPr>
          <p:cNvSpPr txBox="1"/>
          <p:nvPr/>
        </p:nvSpPr>
        <p:spPr>
          <a:xfrm rot="20931890">
            <a:off x="3552217" y="1786175"/>
            <a:ext cx="1828800" cy="1828800"/>
          </a:xfrm>
          <a:prstGeom prst="rect">
            <a:avLst/>
          </a:prstGeom>
          <a:noFill/>
        </p:spPr>
        <p:txBody>
          <a:bodyPr wrap="square" rtlCol="0">
            <a:spAutoFit/>
          </a:bodyPr>
          <a:lstStyle/>
          <a:p>
            <a:pPr algn="l"/>
            <a:endParaRPr lang="en-US" dirty="0"/>
          </a:p>
        </p:txBody>
      </p:sp>
      <p:sp>
        <p:nvSpPr>
          <p:cNvPr id="111" name="TextBox 110">
            <a:extLst>
              <a:ext uri="{FF2B5EF4-FFF2-40B4-BE49-F238E27FC236}">
                <a16:creationId xmlns:a16="http://schemas.microsoft.com/office/drawing/2014/main" id="{15D6BCBE-A8B2-F6D5-0114-039C6B4407D7}"/>
              </a:ext>
            </a:extLst>
          </p:cNvPr>
          <p:cNvSpPr txBox="1"/>
          <p:nvPr/>
        </p:nvSpPr>
        <p:spPr>
          <a:xfrm>
            <a:off x="3148714" y="1953653"/>
            <a:ext cx="5275262" cy="2031325"/>
          </a:xfrm>
          <a:prstGeom prst="rect">
            <a:avLst/>
          </a:prstGeom>
          <a:noFill/>
        </p:spPr>
        <p:txBody>
          <a:bodyPr wrap="square" rtlCol="0">
            <a:spAutoFit/>
          </a:bodyPr>
          <a:lstStyle/>
          <a:p>
            <a:pPr algn="l"/>
            <a:r>
              <a:rPr lang="en-US" dirty="0"/>
              <a:t>To find the appropriate angle measurement of the ramps inside the dice tower, I conducted 6 separate tests and measured the angle that the dice began to slide for each. The average value came out to be 22.5 degrees. I rounded this value up to 23 degrees to make sure that the dice could not get stuck. </a:t>
            </a:r>
          </a:p>
        </p:txBody>
      </p:sp>
      <p:sp>
        <p:nvSpPr>
          <p:cNvPr id="21" name="Rectangle 20">
            <a:extLst>
              <a:ext uri="{FF2B5EF4-FFF2-40B4-BE49-F238E27FC236}">
                <a16:creationId xmlns:a16="http://schemas.microsoft.com/office/drawing/2014/main" id="{F111D0C0-3DED-47FE-ADE1-28A625EDEFEA}"/>
              </a:ext>
            </a:extLst>
          </p:cNvPr>
          <p:cNvSpPr/>
          <p:nvPr/>
        </p:nvSpPr>
        <p:spPr>
          <a:xfrm>
            <a:off x="1944720" y="4164840"/>
            <a:ext cx="548640" cy="1645920"/>
          </a:xfrm>
          <a:prstGeom prst="rect">
            <a:avLst/>
          </a:prstGeom>
          <a:solidFill>
            <a:srgbClr val="000000">
              <a:alpha val="5000"/>
            </a:srgbClr>
          </a:solidFill>
          <a:ln w="126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1"/>
          <a:lstStyle/>
          <a:p>
            <a:endParaRPr lang="en-US">
              <a:solidFill>
                <a:srgbClr val="000000"/>
              </a:solidFill>
            </a:endParaRPr>
          </a:p>
        </p:txBody>
      </p:sp>
      <mc:AlternateContent xmlns:mc="http://schemas.openxmlformats.org/markup-compatibility/2006" xmlns:p14="http://schemas.microsoft.com/office/powerpoint/2010/main">
        <mc:Choice Requires="p14">
          <p:contentPart p14:bwMode="auto" r:id="rId42">
            <p14:nvContentPartPr>
              <p14:cNvPr id="123" name="Ink 122">
                <a:extLst>
                  <a:ext uri="{FF2B5EF4-FFF2-40B4-BE49-F238E27FC236}">
                    <a16:creationId xmlns:a16="http://schemas.microsoft.com/office/drawing/2014/main" id="{DB4E8AFC-B2E9-4C49-C9B1-BBAD49772CD8}"/>
                  </a:ext>
                </a:extLst>
              </p14:cNvPr>
              <p14:cNvContentPartPr/>
              <p14:nvPr/>
            </p14:nvContentPartPr>
            <p14:xfrm>
              <a:off x="1948847" y="4920524"/>
              <a:ext cx="328320" cy="208080"/>
            </p14:xfrm>
          </p:contentPart>
        </mc:Choice>
        <mc:Fallback xmlns="">
          <p:pic>
            <p:nvPicPr>
              <p:cNvPr id="123" name="Ink 122">
                <a:extLst>
                  <a:ext uri="{FF2B5EF4-FFF2-40B4-BE49-F238E27FC236}">
                    <a16:creationId xmlns:a16="http://schemas.microsoft.com/office/drawing/2014/main" id="{DB4E8AFC-B2E9-4C49-C9B1-BBAD49772CD8}"/>
                  </a:ext>
                </a:extLst>
              </p:cNvPr>
              <p:cNvPicPr/>
              <p:nvPr/>
            </p:nvPicPr>
            <p:blipFill>
              <a:blip r:embed="rId43"/>
              <a:stretch>
                <a:fillRect/>
              </a:stretch>
            </p:blipFill>
            <p:spPr>
              <a:xfrm>
                <a:off x="1942727" y="4914404"/>
                <a:ext cx="340560" cy="22032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124" name="Ink 123">
                <a:extLst>
                  <a:ext uri="{FF2B5EF4-FFF2-40B4-BE49-F238E27FC236}">
                    <a16:creationId xmlns:a16="http://schemas.microsoft.com/office/drawing/2014/main" id="{AE88FAA9-707C-3CA2-DD69-66804E67E8A6}"/>
                  </a:ext>
                </a:extLst>
              </p14:cNvPr>
              <p14:cNvContentPartPr/>
              <p14:nvPr/>
            </p14:nvContentPartPr>
            <p14:xfrm>
              <a:off x="2145047" y="5324444"/>
              <a:ext cx="333000" cy="138960"/>
            </p14:xfrm>
          </p:contentPart>
        </mc:Choice>
        <mc:Fallback xmlns="">
          <p:pic>
            <p:nvPicPr>
              <p:cNvPr id="124" name="Ink 123">
                <a:extLst>
                  <a:ext uri="{FF2B5EF4-FFF2-40B4-BE49-F238E27FC236}">
                    <a16:creationId xmlns:a16="http://schemas.microsoft.com/office/drawing/2014/main" id="{AE88FAA9-707C-3CA2-DD69-66804E67E8A6}"/>
                  </a:ext>
                </a:extLst>
              </p:cNvPr>
              <p:cNvPicPr/>
              <p:nvPr/>
            </p:nvPicPr>
            <p:blipFill>
              <a:blip r:embed="rId45"/>
              <a:stretch>
                <a:fillRect/>
              </a:stretch>
            </p:blipFill>
            <p:spPr>
              <a:xfrm>
                <a:off x="2138927" y="5318324"/>
                <a:ext cx="345240" cy="1512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125" name="Ink 124">
                <a:extLst>
                  <a:ext uri="{FF2B5EF4-FFF2-40B4-BE49-F238E27FC236}">
                    <a16:creationId xmlns:a16="http://schemas.microsoft.com/office/drawing/2014/main" id="{0E9AC67B-7FF9-4213-6635-EF474D7433CB}"/>
                  </a:ext>
                </a:extLst>
              </p14:cNvPr>
              <p14:cNvContentPartPr/>
              <p14:nvPr/>
            </p14:nvContentPartPr>
            <p14:xfrm>
              <a:off x="1944167" y="5594804"/>
              <a:ext cx="554400" cy="215280"/>
            </p14:xfrm>
          </p:contentPart>
        </mc:Choice>
        <mc:Fallback xmlns="">
          <p:pic>
            <p:nvPicPr>
              <p:cNvPr id="125" name="Ink 124">
                <a:extLst>
                  <a:ext uri="{FF2B5EF4-FFF2-40B4-BE49-F238E27FC236}">
                    <a16:creationId xmlns:a16="http://schemas.microsoft.com/office/drawing/2014/main" id="{0E9AC67B-7FF9-4213-6635-EF474D7433CB}"/>
                  </a:ext>
                </a:extLst>
              </p:cNvPr>
              <p:cNvPicPr/>
              <p:nvPr/>
            </p:nvPicPr>
            <p:blipFill>
              <a:blip r:embed="rId47"/>
              <a:stretch>
                <a:fillRect/>
              </a:stretch>
            </p:blipFill>
            <p:spPr>
              <a:xfrm>
                <a:off x="1938047" y="5588684"/>
                <a:ext cx="566640" cy="22752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133" name="Ink 132">
                <a:extLst>
                  <a:ext uri="{FF2B5EF4-FFF2-40B4-BE49-F238E27FC236}">
                    <a16:creationId xmlns:a16="http://schemas.microsoft.com/office/drawing/2014/main" id="{7CA7392D-F444-2F00-4C22-7E7EB8ED102A}"/>
                  </a:ext>
                </a:extLst>
              </p14:cNvPr>
              <p14:cNvContentPartPr/>
              <p14:nvPr/>
            </p14:nvContentPartPr>
            <p14:xfrm>
              <a:off x="1953167" y="4177124"/>
              <a:ext cx="1078557" cy="526680"/>
            </p14:xfrm>
          </p:contentPart>
        </mc:Choice>
        <mc:Fallback xmlns="">
          <p:pic>
            <p:nvPicPr>
              <p:cNvPr id="133" name="Ink 132">
                <a:extLst>
                  <a:ext uri="{FF2B5EF4-FFF2-40B4-BE49-F238E27FC236}">
                    <a16:creationId xmlns:a16="http://schemas.microsoft.com/office/drawing/2014/main" id="{7CA7392D-F444-2F00-4C22-7E7EB8ED102A}"/>
                  </a:ext>
                </a:extLst>
              </p:cNvPr>
              <p:cNvPicPr/>
              <p:nvPr/>
            </p:nvPicPr>
            <p:blipFill>
              <a:blip r:embed="rId49"/>
              <a:stretch>
                <a:fillRect/>
              </a:stretch>
            </p:blipFill>
            <p:spPr>
              <a:xfrm>
                <a:off x="1947047" y="4171004"/>
                <a:ext cx="1090797" cy="53892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139" name="Ink 138">
                <a:extLst>
                  <a:ext uri="{FF2B5EF4-FFF2-40B4-BE49-F238E27FC236}">
                    <a16:creationId xmlns:a16="http://schemas.microsoft.com/office/drawing/2014/main" id="{18B145E1-02C1-0E0E-3E11-7D4026AA68C7}"/>
                  </a:ext>
                </a:extLst>
              </p14:cNvPr>
              <p14:cNvContentPartPr/>
              <p14:nvPr/>
            </p14:nvContentPartPr>
            <p14:xfrm>
              <a:off x="3131084" y="4333920"/>
              <a:ext cx="480240" cy="159840"/>
            </p14:xfrm>
          </p:contentPart>
        </mc:Choice>
        <mc:Fallback xmlns="">
          <p:pic>
            <p:nvPicPr>
              <p:cNvPr id="139" name="Ink 138">
                <a:extLst>
                  <a:ext uri="{FF2B5EF4-FFF2-40B4-BE49-F238E27FC236}">
                    <a16:creationId xmlns:a16="http://schemas.microsoft.com/office/drawing/2014/main" id="{18B145E1-02C1-0E0E-3E11-7D4026AA68C7}"/>
                  </a:ext>
                </a:extLst>
              </p:cNvPr>
              <p:cNvPicPr/>
              <p:nvPr/>
            </p:nvPicPr>
            <p:blipFill>
              <a:blip r:embed="rId51"/>
              <a:stretch>
                <a:fillRect/>
              </a:stretch>
            </p:blipFill>
            <p:spPr>
              <a:xfrm>
                <a:off x="3124969" y="4327800"/>
                <a:ext cx="492471" cy="17208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140" name="Ink 139">
                <a:extLst>
                  <a:ext uri="{FF2B5EF4-FFF2-40B4-BE49-F238E27FC236}">
                    <a16:creationId xmlns:a16="http://schemas.microsoft.com/office/drawing/2014/main" id="{E5D1B5EC-F2C0-5503-3583-EB9356DF734E}"/>
                  </a:ext>
                </a:extLst>
              </p14:cNvPr>
              <p14:cNvContentPartPr/>
              <p14:nvPr/>
            </p14:nvContentPartPr>
            <p14:xfrm>
              <a:off x="2163404" y="4308720"/>
              <a:ext cx="14040" cy="34920"/>
            </p14:xfrm>
          </p:contentPart>
        </mc:Choice>
        <mc:Fallback xmlns="">
          <p:pic>
            <p:nvPicPr>
              <p:cNvPr id="140" name="Ink 139">
                <a:extLst>
                  <a:ext uri="{FF2B5EF4-FFF2-40B4-BE49-F238E27FC236}">
                    <a16:creationId xmlns:a16="http://schemas.microsoft.com/office/drawing/2014/main" id="{E5D1B5EC-F2C0-5503-3583-EB9356DF734E}"/>
                  </a:ext>
                </a:extLst>
              </p:cNvPr>
              <p:cNvPicPr/>
              <p:nvPr/>
            </p:nvPicPr>
            <p:blipFill>
              <a:blip r:embed="rId53"/>
              <a:stretch>
                <a:fillRect/>
              </a:stretch>
            </p:blipFill>
            <p:spPr>
              <a:xfrm>
                <a:off x="2157284" y="4302600"/>
                <a:ext cx="26280" cy="4716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141" name="Ink 140">
                <a:extLst>
                  <a:ext uri="{FF2B5EF4-FFF2-40B4-BE49-F238E27FC236}">
                    <a16:creationId xmlns:a16="http://schemas.microsoft.com/office/drawing/2014/main" id="{E2D89647-F61C-391C-8A99-92C68FEC6366}"/>
                  </a:ext>
                </a:extLst>
              </p14:cNvPr>
              <p14:cNvContentPartPr/>
              <p14:nvPr/>
            </p14:nvContentPartPr>
            <p14:xfrm>
              <a:off x="2193284" y="4671240"/>
              <a:ext cx="32760" cy="32760"/>
            </p14:xfrm>
          </p:contentPart>
        </mc:Choice>
        <mc:Fallback xmlns="">
          <p:pic>
            <p:nvPicPr>
              <p:cNvPr id="141" name="Ink 140">
                <a:extLst>
                  <a:ext uri="{FF2B5EF4-FFF2-40B4-BE49-F238E27FC236}">
                    <a16:creationId xmlns:a16="http://schemas.microsoft.com/office/drawing/2014/main" id="{E2D89647-F61C-391C-8A99-92C68FEC6366}"/>
                  </a:ext>
                </a:extLst>
              </p:cNvPr>
              <p:cNvPicPr/>
              <p:nvPr/>
            </p:nvPicPr>
            <p:blipFill>
              <a:blip r:embed="rId55"/>
              <a:stretch>
                <a:fillRect/>
              </a:stretch>
            </p:blipFill>
            <p:spPr>
              <a:xfrm>
                <a:off x="2187164" y="4665120"/>
                <a:ext cx="45000" cy="4500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142" name="Ink 141">
                <a:extLst>
                  <a:ext uri="{FF2B5EF4-FFF2-40B4-BE49-F238E27FC236}">
                    <a16:creationId xmlns:a16="http://schemas.microsoft.com/office/drawing/2014/main" id="{3DF00E7A-0CA1-318A-95F6-0FC9468FA2BD}"/>
                  </a:ext>
                </a:extLst>
              </p14:cNvPr>
              <p14:cNvContentPartPr/>
              <p14:nvPr/>
            </p14:nvContentPartPr>
            <p14:xfrm>
              <a:off x="2177444" y="5089200"/>
              <a:ext cx="21240" cy="45360"/>
            </p14:xfrm>
          </p:contentPart>
        </mc:Choice>
        <mc:Fallback xmlns="">
          <p:pic>
            <p:nvPicPr>
              <p:cNvPr id="142" name="Ink 141">
                <a:extLst>
                  <a:ext uri="{FF2B5EF4-FFF2-40B4-BE49-F238E27FC236}">
                    <a16:creationId xmlns:a16="http://schemas.microsoft.com/office/drawing/2014/main" id="{3DF00E7A-0CA1-318A-95F6-0FC9468FA2BD}"/>
                  </a:ext>
                </a:extLst>
              </p:cNvPr>
              <p:cNvPicPr/>
              <p:nvPr/>
            </p:nvPicPr>
            <p:blipFill>
              <a:blip r:embed="rId57"/>
              <a:stretch>
                <a:fillRect/>
              </a:stretch>
            </p:blipFill>
            <p:spPr>
              <a:xfrm>
                <a:off x="2171324" y="5083080"/>
                <a:ext cx="33480" cy="5760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143" name="Ink 142">
                <a:extLst>
                  <a:ext uri="{FF2B5EF4-FFF2-40B4-BE49-F238E27FC236}">
                    <a16:creationId xmlns:a16="http://schemas.microsoft.com/office/drawing/2014/main" id="{E7591093-153F-6B7B-E9A1-1B6AFB9C779E}"/>
                  </a:ext>
                </a:extLst>
              </p14:cNvPr>
              <p14:cNvContentPartPr/>
              <p14:nvPr/>
            </p14:nvContentPartPr>
            <p14:xfrm>
              <a:off x="2241884" y="5428320"/>
              <a:ext cx="25920" cy="46440"/>
            </p14:xfrm>
          </p:contentPart>
        </mc:Choice>
        <mc:Fallback xmlns="">
          <p:pic>
            <p:nvPicPr>
              <p:cNvPr id="143" name="Ink 142">
                <a:extLst>
                  <a:ext uri="{FF2B5EF4-FFF2-40B4-BE49-F238E27FC236}">
                    <a16:creationId xmlns:a16="http://schemas.microsoft.com/office/drawing/2014/main" id="{E7591093-153F-6B7B-E9A1-1B6AFB9C779E}"/>
                  </a:ext>
                </a:extLst>
              </p:cNvPr>
              <p:cNvPicPr/>
              <p:nvPr/>
            </p:nvPicPr>
            <p:blipFill>
              <a:blip r:embed="rId59"/>
              <a:stretch>
                <a:fillRect/>
              </a:stretch>
            </p:blipFill>
            <p:spPr>
              <a:xfrm>
                <a:off x="2235764" y="5422200"/>
                <a:ext cx="38160" cy="5868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144" name="Ink 143">
                <a:extLst>
                  <a:ext uri="{FF2B5EF4-FFF2-40B4-BE49-F238E27FC236}">
                    <a16:creationId xmlns:a16="http://schemas.microsoft.com/office/drawing/2014/main" id="{F7B6160A-1194-9838-B88B-2C74364C88B6}"/>
                  </a:ext>
                </a:extLst>
              </p14:cNvPr>
              <p14:cNvContentPartPr/>
              <p14:nvPr/>
            </p14:nvContentPartPr>
            <p14:xfrm>
              <a:off x="2345924" y="5754120"/>
              <a:ext cx="18720" cy="46440"/>
            </p14:xfrm>
          </p:contentPart>
        </mc:Choice>
        <mc:Fallback xmlns="">
          <p:pic>
            <p:nvPicPr>
              <p:cNvPr id="144" name="Ink 143">
                <a:extLst>
                  <a:ext uri="{FF2B5EF4-FFF2-40B4-BE49-F238E27FC236}">
                    <a16:creationId xmlns:a16="http://schemas.microsoft.com/office/drawing/2014/main" id="{F7B6160A-1194-9838-B88B-2C74364C88B6}"/>
                  </a:ext>
                </a:extLst>
              </p:cNvPr>
              <p:cNvPicPr/>
              <p:nvPr/>
            </p:nvPicPr>
            <p:blipFill>
              <a:blip r:embed="rId61"/>
              <a:stretch>
                <a:fillRect/>
              </a:stretch>
            </p:blipFill>
            <p:spPr>
              <a:xfrm>
                <a:off x="2339804" y="5748000"/>
                <a:ext cx="30960" cy="58680"/>
              </a:xfrm>
              <a:prstGeom prst="rect">
                <a:avLst/>
              </a:prstGeom>
            </p:spPr>
          </p:pic>
        </mc:Fallback>
      </mc:AlternateContent>
      <p:sp>
        <p:nvSpPr>
          <p:cNvPr id="22" name="Rectángulo 21">
            <a:extLst>
              <a:ext uri="{FF2B5EF4-FFF2-40B4-BE49-F238E27FC236}">
                <a16:creationId xmlns:a16="http://schemas.microsoft.com/office/drawing/2014/main" id="{975802B7-6D13-44E3-B0F5-418206EE359F}"/>
              </a:ext>
            </a:extLst>
          </p:cNvPr>
          <p:cNvSpPr/>
          <p:nvPr/>
        </p:nvSpPr>
        <p:spPr>
          <a:xfrm>
            <a:off x="2499120" y="5585749"/>
            <a:ext cx="456516" cy="228258"/>
          </a:xfrm>
          <a:prstGeom prst="rect">
            <a:avLst/>
          </a:prstGeom>
          <a:solidFill>
            <a:srgbClr val="000000">
              <a:alpha val="5000"/>
            </a:srgbClr>
          </a:solidFill>
          <a:ln w="126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1"/>
          <a:lstStyle/>
          <a:p>
            <a:endParaRPr lang="en-US" dirty="0">
              <a:solidFill>
                <a:srgbClr val="000000"/>
              </a:solidFill>
            </a:endParaRPr>
          </a:p>
        </p:txBody>
      </p:sp>
    </p:spTree>
    <p:extLst>
      <p:ext uri="{BB962C8B-B14F-4D97-AF65-F5344CB8AC3E}">
        <p14:creationId xmlns:p14="http://schemas.microsoft.com/office/powerpoint/2010/main" val="16800018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090260-2947-4065-A868-C4796CF08961}"/>
              </a:ext>
            </a:extLst>
          </p:cNvPr>
          <p:cNvSpPr>
            <a:spLocks noGrp="1"/>
          </p:cNvSpPr>
          <p:nvPr>
            <p:ph type="title"/>
          </p:nvPr>
        </p:nvSpPr>
        <p:spPr/>
        <p:txBody>
          <a:bodyPr/>
          <a:lstStyle/>
          <a:p>
            <a:r>
              <a:rPr lang="en-US" dirty="0"/>
              <a:t>Synthesis – Modeling Part 1</a:t>
            </a:r>
          </a:p>
        </p:txBody>
      </p:sp>
      <p:sp>
        <p:nvSpPr>
          <p:cNvPr id="3" name="Content Placeholder 2">
            <a:extLst>
              <a:ext uri="{FF2B5EF4-FFF2-40B4-BE49-F238E27FC236}">
                <a16:creationId xmlns:a16="http://schemas.microsoft.com/office/drawing/2014/main" id="{88AC082C-9E73-47D9-8BC8-368AD6D0F545}"/>
              </a:ext>
            </a:extLst>
          </p:cNvPr>
          <p:cNvSpPr>
            <a:spLocks noGrp="1"/>
          </p:cNvSpPr>
          <p:nvPr>
            <p:ph idx="1"/>
          </p:nvPr>
        </p:nvSpPr>
        <p:spPr>
          <a:xfrm>
            <a:off x="1140866" y="1062121"/>
            <a:ext cx="7728383" cy="4761953"/>
          </a:xfrm>
        </p:spPr>
        <p:txBody>
          <a:bodyPr/>
          <a:lstStyle/>
          <a:p>
            <a:r>
              <a:rPr lang="en-US" sz="1800" dirty="0"/>
              <a:t>Please put your answers to Model Part 1  here and add as many slides as you need.</a:t>
            </a:r>
          </a:p>
          <a:p>
            <a:endParaRPr lang="en-US" dirty="0"/>
          </a:p>
        </p:txBody>
      </p:sp>
      <p:sp>
        <p:nvSpPr>
          <p:cNvPr id="5" name="TextBox 4">
            <a:extLst>
              <a:ext uri="{FF2B5EF4-FFF2-40B4-BE49-F238E27FC236}">
                <a16:creationId xmlns:a16="http://schemas.microsoft.com/office/drawing/2014/main" id="{2BB54F49-8D0D-424C-A4B6-6FF1063DC221}"/>
              </a:ext>
            </a:extLst>
          </p:cNvPr>
          <p:cNvSpPr txBox="1"/>
          <p:nvPr/>
        </p:nvSpPr>
        <p:spPr>
          <a:xfrm>
            <a:off x="75775" y="1129863"/>
            <a:ext cx="553998" cy="3904591"/>
          </a:xfrm>
          <a:prstGeom prst="rect">
            <a:avLst/>
          </a:prstGeom>
          <a:solidFill>
            <a:schemeClr val="accent2">
              <a:lumMod val="75000"/>
            </a:schemeClr>
          </a:solidFill>
        </p:spPr>
        <p:txBody>
          <a:bodyPr vert="vert270" wrap="square" rtlCol="0">
            <a:spAutoFit/>
          </a:bodyPr>
          <a:lstStyle/>
          <a:p>
            <a:r>
              <a:rPr lang="en-US" sz="2400" dirty="0">
                <a:solidFill>
                  <a:schemeClr val="bg1"/>
                </a:solidFill>
                <a:latin typeface="Georgia" panose="02040502050405020303" pitchFamily="18" charset="0"/>
              </a:rPr>
              <a:t>Synthesis – Modeling Part 1</a:t>
            </a:r>
          </a:p>
        </p:txBody>
      </p:sp>
      <mc:AlternateContent xmlns:mc="http://schemas.openxmlformats.org/markup-compatibility/2006" xmlns:p14="http://schemas.microsoft.com/office/powerpoint/2010/main">
        <mc:Choice Requires="p14">
          <p:contentPart p14:bwMode="auto" r:id="rId2">
            <p14:nvContentPartPr>
              <p14:cNvPr id="9" name="Ink 8">
                <a:extLst>
                  <a:ext uri="{FF2B5EF4-FFF2-40B4-BE49-F238E27FC236}">
                    <a16:creationId xmlns:a16="http://schemas.microsoft.com/office/drawing/2014/main" id="{22F2D2B0-1254-EF4B-A0F6-7B9C568DA7F1}"/>
                  </a:ext>
                </a:extLst>
              </p14:cNvPr>
              <p14:cNvContentPartPr/>
              <p14:nvPr/>
            </p14:nvContentPartPr>
            <p14:xfrm>
              <a:off x="1482472" y="2172916"/>
              <a:ext cx="447840" cy="289080"/>
            </p14:xfrm>
          </p:contentPart>
        </mc:Choice>
        <mc:Fallback xmlns="">
          <p:pic>
            <p:nvPicPr>
              <p:cNvPr id="9" name="Ink 8">
                <a:extLst>
                  <a:ext uri="{FF2B5EF4-FFF2-40B4-BE49-F238E27FC236}">
                    <a16:creationId xmlns:a16="http://schemas.microsoft.com/office/drawing/2014/main" id="{22F2D2B0-1254-EF4B-A0F6-7B9C568DA7F1}"/>
                  </a:ext>
                </a:extLst>
              </p:cNvPr>
              <p:cNvPicPr/>
              <p:nvPr/>
            </p:nvPicPr>
            <p:blipFill>
              <a:blip r:embed="rId3"/>
              <a:stretch>
                <a:fillRect/>
              </a:stretch>
            </p:blipFill>
            <p:spPr>
              <a:xfrm>
                <a:off x="1476357" y="2166796"/>
                <a:ext cx="460070" cy="3013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0" name="Ink 9">
                <a:extLst>
                  <a:ext uri="{FF2B5EF4-FFF2-40B4-BE49-F238E27FC236}">
                    <a16:creationId xmlns:a16="http://schemas.microsoft.com/office/drawing/2014/main" id="{22F169A6-4F02-B464-C84D-32BFEED4F87C}"/>
                  </a:ext>
                </a:extLst>
              </p14:cNvPr>
              <p14:cNvContentPartPr/>
              <p14:nvPr/>
            </p14:nvContentPartPr>
            <p14:xfrm>
              <a:off x="1664632" y="3304470"/>
              <a:ext cx="21240" cy="1234440"/>
            </p14:xfrm>
          </p:contentPart>
        </mc:Choice>
        <mc:Fallback xmlns="">
          <p:pic>
            <p:nvPicPr>
              <p:cNvPr id="10" name="Ink 9">
                <a:extLst>
                  <a:ext uri="{FF2B5EF4-FFF2-40B4-BE49-F238E27FC236}">
                    <a16:creationId xmlns:a16="http://schemas.microsoft.com/office/drawing/2014/main" id="{22F169A6-4F02-B464-C84D-32BFEED4F87C}"/>
                  </a:ext>
                </a:extLst>
              </p:cNvPr>
              <p:cNvPicPr/>
              <p:nvPr/>
            </p:nvPicPr>
            <p:blipFill>
              <a:blip r:embed="rId5"/>
              <a:stretch>
                <a:fillRect/>
              </a:stretch>
            </p:blipFill>
            <p:spPr>
              <a:xfrm>
                <a:off x="1658512" y="3298348"/>
                <a:ext cx="33480" cy="1246684"/>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3" name="Ink 12">
                <a:extLst>
                  <a:ext uri="{FF2B5EF4-FFF2-40B4-BE49-F238E27FC236}">
                    <a16:creationId xmlns:a16="http://schemas.microsoft.com/office/drawing/2014/main" id="{A5164B4F-A017-82CF-CC8C-283BCB84FD82}"/>
                  </a:ext>
                </a:extLst>
              </p14:cNvPr>
              <p14:cNvContentPartPr/>
              <p14:nvPr/>
            </p14:nvContentPartPr>
            <p14:xfrm>
              <a:off x="1087192" y="3433710"/>
              <a:ext cx="565200" cy="1105200"/>
            </p14:xfrm>
          </p:contentPart>
        </mc:Choice>
        <mc:Fallback xmlns="">
          <p:pic>
            <p:nvPicPr>
              <p:cNvPr id="13" name="Ink 12">
                <a:extLst>
                  <a:ext uri="{FF2B5EF4-FFF2-40B4-BE49-F238E27FC236}">
                    <a16:creationId xmlns:a16="http://schemas.microsoft.com/office/drawing/2014/main" id="{A5164B4F-A017-82CF-CC8C-283BCB84FD82}"/>
                  </a:ext>
                </a:extLst>
              </p:cNvPr>
              <p:cNvPicPr/>
              <p:nvPr/>
            </p:nvPicPr>
            <p:blipFill>
              <a:blip r:embed="rId7"/>
              <a:stretch>
                <a:fillRect/>
              </a:stretch>
            </p:blipFill>
            <p:spPr>
              <a:xfrm>
                <a:off x="1081072" y="3427588"/>
                <a:ext cx="577440" cy="1117444"/>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6" name="Ink 15">
                <a:extLst>
                  <a:ext uri="{FF2B5EF4-FFF2-40B4-BE49-F238E27FC236}">
                    <a16:creationId xmlns:a16="http://schemas.microsoft.com/office/drawing/2014/main" id="{58DBDB93-02C4-C9E1-2EFB-ABFDCF617D5D}"/>
                  </a:ext>
                </a:extLst>
              </p14:cNvPr>
              <p14:cNvContentPartPr/>
              <p14:nvPr/>
            </p14:nvContentPartPr>
            <p14:xfrm>
              <a:off x="1668952" y="3413190"/>
              <a:ext cx="782280" cy="1137960"/>
            </p14:xfrm>
          </p:contentPart>
        </mc:Choice>
        <mc:Fallback xmlns="">
          <p:pic>
            <p:nvPicPr>
              <p:cNvPr id="16" name="Ink 15">
                <a:extLst>
                  <a:ext uri="{FF2B5EF4-FFF2-40B4-BE49-F238E27FC236}">
                    <a16:creationId xmlns:a16="http://schemas.microsoft.com/office/drawing/2014/main" id="{58DBDB93-02C4-C9E1-2EFB-ABFDCF617D5D}"/>
                  </a:ext>
                </a:extLst>
              </p:cNvPr>
              <p:cNvPicPr/>
              <p:nvPr/>
            </p:nvPicPr>
            <p:blipFill>
              <a:blip r:embed="rId9"/>
              <a:stretch>
                <a:fillRect/>
              </a:stretch>
            </p:blipFill>
            <p:spPr>
              <a:xfrm>
                <a:off x="1662832" y="3407070"/>
                <a:ext cx="794520" cy="11502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23" name="Ink 22">
                <a:extLst>
                  <a:ext uri="{FF2B5EF4-FFF2-40B4-BE49-F238E27FC236}">
                    <a16:creationId xmlns:a16="http://schemas.microsoft.com/office/drawing/2014/main" id="{F0D0DFDA-C580-7D5D-9CEC-EDCA79EA1924}"/>
                  </a:ext>
                </a:extLst>
              </p14:cNvPr>
              <p14:cNvContentPartPr/>
              <p14:nvPr/>
            </p14:nvContentPartPr>
            <p14:xfrm>
              <a:off x="1696312" y="3232830"/>
              <a:ext cx="466560" cy="1301760"/>
            </p14:xfrm>
          </p:contentPart>
        </mc:Choice>
        <mc:Fallback xmlns="">
          <p:pic>
            <p:nvPicPr>
              <p:cNvPr id="23" name="Ink 22">
                <a:extLst>
                  <a:ext uri="{FF2B5EF4-FFF2-40B4-BE49-F238E27FC236}">
                    <a16:creationId xmlns:a16="http://schemas.microsoft.com/office/drawing/2014/main" id="{F0D0DFDA-C580-7D5D-9CEC-EDCA79EA1924}"/>
                  </a:ext>
                </a:extLst>
              </p:cNvPr>
              <p:cNvPicPr/>
              <p:nvPr/>
            </p:nvPicPr>
            <p:blipFill>
              <a:blip r:embed="rId11"/>
              <a:stretch>
                <a:fillRect/>
              </a:stretch>
            </p:blipFill>
            <p:spPr>
              <a:xfrm>
                <a:off x="1690192" y="3226710"/>
                <a:ext cx="478800" cy="1314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32" name="Ink 31">
                <a:extLst>
                  <a:ext uri="{FF2B5EF4-FFF2-40B4-BE49-F238E27FC236}">
                    <a16:creationId xmlns:a16="http://schemas.microsoft.com/office/drawing/2014/main" id="{F8A9AE56-E45D-60C6-1C20-3BD5305CC983}"/>
                  </a:ext>
                </a:extLst>
              </p14:cNvPr>
              <p14:cNvContentPartPr/>
              <p14:nvPr/>
            </p14:nvContentPartPr>
            <p14:xfrm>
              <a:off x="1706392" y="2823150"/>
              <a:ext cx="351720" cy="161280"/>
            </p14:xfrm>
          </p:contentPart>
        </mc:Choice>
        <mc:Fallback xmlns="">
          <p:pic>
            <p:nvPicPr>
              <p:cNvPr id="32" name="Ink 31">
                <a:extLst>
                  <a:ext uri="{FF2B5EF4-FFF2-40B4-BE49-F238E27FC236}">
                    <a16:creationId xmlns:a16="http://schemas.microsoft.com/office/drawing/2014/main" id="{F8A9AE56-E45D-60C6-1C20-3BD5305CC983}"/>
                  </a:ext>
                </a:extLst>
              </p:cNvPr>
              <p:cNvPicPr/>
              <p:nvPr/>
            </p:nvPicPr>
            <p:blipFill>
              <a:blip r:embed="rId13"/>
              <a:stretch>
                <a:fillRect/>
              </a:stretch>
            </p:blipFill>
            <p:spPr>
              <a:xfrm>
                <a:off x="1700272" y="2817030"/>
                <a:ext cx="363960" cy="1735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34" name="Ink 33">
                <a:extLst>
                  <a:ext uri="{FF2B5EF4-FFF2-40B4-BE49-F238E27FC236}">
                    <a16:creationId xmlns:a16="http://schemas.microsoft.com/office/drawing/2014/main" id="{7D066335-2575-50CA-5B51-DDC7E9362A6E}"/>
                  </a:ext>
                </a:extLst>
              </p14:cNvPr>
              <p14:cNvContentPartPr/>
              <p14:nvPr/>
            </p14:nvContentPartPr>
            <p14:xfrm>
              <a:off x="1078912" y="3103230"/>
              <a:ext cx="1368720" cy="126000"/>
            </p14:xfrm>
          </p:contentPart>
        </mc:Choice>
        <mc:Fallback xmlns="">
          <p:pic>
            <p:nvPicPr>
              <p:cNvPr id="34" name="Ink 33">
                <a:extLst>
                  <a:ext uri="{FF2B5EF4-FFF2-40B4-BE49-F238E27FC236}">
                    <a16:creationId xmlns:a16="http://schemas.microsoft.com/office/drawing/2014/main" id="{7D066335-2575-50CA-5B51-DDC7E9362A6E}"/>
                  </a:ext>
                </a:extLst>
              </p:cNvPr>
              <p:cNvPicPr/>
              <p:nvPr/>
            </p:nvPicPr>
            <p:blipFill>
              <a:blip r:embed="rId15"/>
              <a:stretch>
                <a:fillRect/>
              </a:stretch>
            </p:blipFill>
            <p:spPr>
              <a:xfrm>
                <a:off x="1072792" y="3097110"/>
                <a:ext cx="1380960" cy="1382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67" name="Ink 66">
                <a:extLst>
                  <a:ext uri="{FF2B5EF4-FFF2-40B4-BE49-F238E27FC236}">
                    <a16:creationId xmlns:a16="http://schemas.microsoft.com/office/drawing/2014/main" id="{5AF41DF1-520D-67CD-6771-9B5ED3532B63}"/>
                  </a:ext>
                </a:extLst>
              </p14:cNvPr>
              <p14:cNvContentPartPr/>
              <p14:nvPr/>
            </p14:nvContentPartPr>
            <p14:xfrm>
              <a:off x="1727149" y="3484222"/>
              <a:ext cx="896400" cy="1161720"/>
            </p14:xfrm>
          </p:contentPart>
        </mc:Choice>
        <mc:Fallback xmlns="">
          <p:pic>
            <p:nvPicPr>
              <p:cNvPr id="67" name="Ink 66">
                <a:extLst>
                  <a:ext uri="{FF2B5EF4-FFF2-40B4-BE49-F238E27FC236}">
                    <a16:creationId xmlns:a16="http://schemas.microsoft.com/office/drawing/2014/main" id="{5AF41DF1-520D-67CD-6771-9B5ED3532B63}"/>
                  </a:ext>
                </a:extLst>
              </p:cNvPr>
              <p:cNvPicPr/>
              <p:nvPr/>
            </p:nvPicPr>
            <p:blipFill>
              <a:blip r:embed="rId17"/>
              <a:stretch>
                <a:fillRect/>
              </a:stretch>
            </p:blipFill>
            <p:spPr>
              <a:xfrm>
                <a:off x="1721029" y="3478102"/>
                <a:ext cx="908640" cy="11739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70" name="Ink 69">
                <a:extLst>
                  <a:ext uri="{FF2B5EF4-FFF2-40B4-BE49-F238E27FC236}">
                    <a16:creationId xmlns:a16="http://schemas.microsoft.com/office/drawing/2014/main" id="{A96FE9D9-95BD-9330-9564-2E09678F6B93}"/>
                  </a:ext>
                </a:extLst>
              </p14:cNvPr>
              <p14:cNvContentPartPr/>
              <p14:nvPr/>
            </p14:nvContentPartPr>
            <p14:xfrm>
              <a:off x="2613535" y="4066055"/>
              <a:ext cx="199080" cy="115920"/>
            </p14:xfrm>
          </p:contentPart>
        </mc:Choice>
        <mc:Fallback xmlns="">
          <p:pic>
            <p:nvPicPr>
              <p:cNvPr id="70" name="Ink 69">
                <a:extLst>
                  <a:ext uri="{FF2B5EF4-FFF2-40B4-BE49-F238E27FC236}">
                    <a16:creationId xmlns:a16="http://schemas.microsoft.com/office/drawing/2014/main" id="{A96FE9D9-95BD-9330-9564-2E09678F6B93}"/>
                  </a:ext>
                </a:extLst>
              </p:cNvPr>
              <p:cNvPicPr/>
              <p:nvPr/>
            </p:nvPicPr>
            <p:blipFill>
              <a:blip r:embed="rId19"/>
              <a:stretch>
                <a:fillRect/>
              </a:stretch>
            </p:blipFill>
            <p:spPr>
              <a:xfrm>
                <a:off x="2607415" y="4059935"/>
                <a:ext cx="211320" cy="12816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74" name="Ink 73">
                <a:extLst>
                  <a:ext uri="{FF2B5EF4-FFF2-40B4-BE49-F238E27FC236}">
                    <a16:creationId xmlns:a16="http://schemas.microsoft.com/office/drawing/2014/main" id="{B8B41880-9BD5-6DCB-0554-374C816EA916}"/>
                  </a:ext>
                </a:extLst>
              </p14:cNvPr>
              <p14:cNvContentPartPr/>
              <p14:nvPr/>
            </p14:nvContentPartPr>
            <p14:xfrm>
              <a:off x="2872375" y="4093775"/>
              <a:ext cx="88200" cy="85320"/>
            </p14:xfrm>
          </p:contentPart>
        </mc:Choice>
        <mc:Fallback xmlns="">
          <p:pic>
            <p:nvPicPr>
              <p:cNvPr id="74" name="Ink 73">
                <a:extLst>
                  <a:ext uri="{FF2B5EF4-FFF2-40B4-BE49-F238E27FC236}">
                    <a16:creationId xmlns:a16="http://schemas.microsoft.com/office/drawing/2014/main" id="{B8B41880-9BD5-6DCB-0554-374C816EA916}"/>
                  </a:ext>
                </a:extLst>
              </p:cNvPr>
              <p:cNvPicPr/>
              <p:nvPr/>
            </p:nvPicPr>
            <p:blipFill>
              <a:blip r:embed="rId21"/>
              <a:stretch>
                <a:fillRect/>
              </a:stretch>
            </p:blipFill>
            <p:spPr>
              <a:xfrm>
                <a:off x="2866255" y="4087681"/>
                <a:ext cx="100440" cy="97509"/>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80" name="Ink 79">
                <a:extLst>
                  <a:ext uri="{FF2B5EF4-FFF2-40B4-BE49-F238E27FC236}">
                    <a16:creationId xmlns:a16="http://schemas.microsoft.com/office/drawing/2014/main" id="{CDEA5D19-0A91-5014-2072-A1F8AF082749}"/>
                  </a:ext>
                </a:extLst>
              </p14:cNvPr>
              <p14:cNvContentPartPr/>
              <p14:nvPr/>
            </p14:nvContentPartPr>
            <p14:xfrm>
              <a:off x="1064207" y="3306298"/>
              <a:ext cx="609840" cy="215280"/>
            </p14:xfrm>
          </p:contentPart>
        </mc:Choice>
        <mc:Fallback xmlns="">
          <p:pic>
            <p:nvPicPr>
              <p:cNvPr id="80" name="Ink 79">
                <a:extLst>
                  <a:ext uri="{FF2B5EF4-FFF2-40B4-BE49-F238E27FC236}">
                    <a16:creationId xmlns:a16="http://schemas.microsoft.com/office/drawing/2014/main" id="{CDEA5D19-0A91-5014-2072-A1F8AF082749}"/>
                  </a:ext>
                </a:extLst>
              </p:cNvPr>
              <p:cNvPicPr/>
              <p:nvPr/>
            </p:nvPicPr>
            <p:blipFill>
              <a:blip r:embed="rId23"/>
              <a:stretch>
                <a:fillRect/>
              </a:stretch>
            </p:blipFill>
            <p:spPr>
              <a:xfrm>
                <a:off x="1058087" y="3300178"/>
                <a:ext cx="622080" cy="22752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86" name="Ink 85">
                <a:extLst>
                  <a:ext uri="{FF2B5EF4-FFF2-40B4-BE49-F238E27FC236}">
                    <a16:creationId xmlns:a16="http://schemas.microsoft.com/office/drawing/2014/main" id="{66635041-A3F9-A4C1-F9E6-C6CF5D6E19B0}"/>
                  </a:ext>
                </a:extLst>
              </p14:cNvPr>
              <p14:cNvContentPartPr/>
              <p14:nvPr/>
            </p14:nvContentPartPr>
            <p14:xfrm>
              <a:off x="2449847" y="3310978"/>
              <a:ext cx="57960" cy="106560"/>
            </p14:xfrm>
          </p:contentPart>
        </mc:Choice>
        <mc:Fallback xmlns="">
          <p:pic>
            <p:nvPicPr>
              <p:cNvPr id="86" name="Ink 85">
                <a:extLst>
                  <a:ext uri="{FF2B5EF4-FFF2-40B4-BE49-F238E27FC236}">
                    <a16:creationId xmlns:a16="http://schemas.microsoft.com/office/drawing/2014/main" id="{66635041-A3F9-A4C1-F9E6-C6CF5D6E19B0}"/>
                  </a:ext>
                </a:extLst>
              </p:cNvPr>
              <p:cNvPicPr/>
              <p:nvPr/>
            </p:nvPicPr>
            <p:blipFill>
              <a:blip r:embed="rId25"/>
              <a:stretch>
                <a:fillRect/>
              </a:stretch>
            </p:blipFill>
            <p:spPr>
              <a:xfrm>
                <a:off x="2443727" y="3304858"/>
                <a:ext cx="70200" cy="1188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87" name="Ink 86">
                <a:extLst>
                  <a:ext uri="{FF2B5EF4-FFF2-40B4-BE49-F238E27FC236}">
                    <a16:creationId xmlns:a16="http://schemas.microsoft.com/office/drawing/2014/main" id="{09DB4E0C-25C8-0548-C182-70DAAC318C4F}"/>
                  </a:ext>
                </a:extLst>
              </p14:cNvPr>
              <p14:cNvContentPartPr/>
              <p14:nvPr/>
            </p14:nvContentPartPr>
            <p14:xfrm>
              <a:off x="1050527" y="3320338"/>
              <a:ext cx="51120" cy="122760"/>
            </p14:xfrm>
          </p:contentPart>
        </mc:Choice>
        <mc:Fallback xmlns="">
          <p:pic>
            <p:nvPicPr>
              <p:cNvPr id="87" name="Ink 86">
                <a:extLst>
                  <a:ext uri="{FF2B5EF4-FFF2-40B4-BE49-F238E27FC236}">
                    <a16:creationId xmlns:a16="http://schemas.microsoft.com/office/drawing/2014/main" id="{09DB4E0C-25C8-0548-C182-70DAAC318C4F}"/>
                  </a:ext>
                </a:extLst>
              </p:cNvPr>
              <p:cNvPicPr/>
              <p:nvPr/>
            </p:nvPicPr>
            <p:blipFill>
              <a:blip r:embed="rId27"/>
              <a:stretch>
                <a:fillRect/>
              </a:stretch>
            </p:blipFill>
            <p:spPr>
              <a:xfrm>
                <a:off x="1044407" y="3314218"/>
                <a:ext cx="63360" cy="1350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90" name="Ink 89">
                <a:extLst>
                  <a:ext uri="{FF2B5EF4-FFF2-40B4-BE49-F238E27FC236}">
                    <a16:creationId xmlns:a16="http://schemas.microsoft.com/office/drawing/2014/main" id="{3B28FBF9-13FF-F30F-2B31-9EEE60C247C8}"/>
                  </a:ext>
                </a:extLst>
              </p14:cNvPr>
              <p14:cNvContentPartPr/>
              <p14:nvPr/>
            </p14:nvContentPartPr>
            <p14:xfrm>
              <a:off x="1075727" y="2835418"/>
              <a:ext cx="596160" cy="240480"/>
            </p14:xfrm>
          </p:contentPart>
        </mc:Choice>
        <mc:Fallback xmlns="">
          <p:pic>
            <p:nvPicPr>
              <p:cNvPr id="90" name="Ink 89">
                <a:extLst>
                  <a:ext uri="{FF2B5EF4-FFF2-40B4-BE49-F238E27FC236}">
                    <a16:creationId xmlns:a16="http://schemas.microsoft.com/office/drawing/2014/main" id="{3B28FBF9-13FF-F30F-2B31-9EEE60C247C8}"/>
                  </a:ext>
                </a:extLst>
              </p:cNvPr>
              <p:cNvPicPr/>
              <p:nvPr/>
            </p:nvPicPr>
            <p:blipFill>
              <a:blip r:embed="rId29"/>
              <a:stretch>
                <a:fillRect/>
              </a:stretch>
            </p:blipFill>
            <p:spPr>
              <a:xfrm>
                <a:off x="1069607" y="2829298"/>
                <a:ext cx="608400" cy="25272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94" name="Ink 93">
                <a:extLst>
                  <a:ext uri="{FF2B5EF4-FFF2-40B4-BE49-F238E27FC236}">
                    <a16:creationId xmlns:a16="http://schemas.microsoft.com/office/drawing/2014/main" id="{A1B4EC68-C55D-156F-5925-F1D61DD6FA3C}"/>
                  </a:ext>
                </a:extLst>
              </p14:cNvPr>
              <p14:cNvContentPartPr/>
              <p14:nvPr/>
            </p14:nvContentPartPr>
            <p14:xfrm>
              <a:off x="1327727" y="2853778"/>
              <a:ext cx="85680" cy="67320"/>
            </p14:xfrm>
          </p:contentPart>
        </mc:Choice>
        <mc:Fallback xmlns="">
          <p:pic>
            <p:nvPicPr>
              <p:cNvPr id="94" name="Ink 93">
                <a:extLst>
                  <a:ext uri="{FF2B5EF4-FFF2-40B4-BE49-F238E27FC236}">
                    <a16:creationId xmlns:a16="http://schemas.microsoft.com/office/drawing/2014/main" id="{A1B4EC68-C55D-156F-5925-F1D61DD6FA3C}"/>
                  </a:ext>
                </a:extLst>
              </p:cNvPr>
              <p:cNvPicPr/>
              <p:nvPr/>
            </p:nvPicPr>
            <p:blipFill>
              <a:blip r:embed="rId31"/>
              <a:stretch>
                <a:fillRect/>
              </a:stretch>
            </p:blipFill>
            <p:spPr>
              <a:xfrm>
                <a:off x="1321607" y="2847658"/>
                <a:ext cx="97920" cy="7956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96" name="Ink 95">
                <a:extLst>
                  <a:ext uri="{FF2B5EF4-FFF2-40B4-BE49-F238E27FC236}">
                    <a16:creationId xmlns:a16="http://schemas.microsoft.com/office/drawing/2014/main" id="{9C091325-12FF-224E-F617-F78E7FA3DA62}"/>
                  </a:ext>
                </a:extLst>
              </p14:cNvPr>
              <p14:cNvContentPartPr/>
              <p14:nvPr/>
            </p14:nvContentPartPr>
            <p14:xfrm>
              <a:off x="1553865" y="4225622"/>
              <a:ext cx="118080" cy="90360"/>
            </p14:xfrm>
          </p:contentPart>
        </mc:Choice>
        <mc:Fallback xmlns="">
          <p:pic>
            <p:nvPicPr>
              <p:cNvPr id="96" name="Ink 95">
                <a:extLst>
                  <a:ext uri="{FF2B5EF4-FFF2-40B4-BE49-F238E27FC236}">
                    <a16:creationId xmlns:a16="http://schemas.microsoft.com/office/drawing/2014/main" id="{9C091325-12FF-224E-F617-F78E7FA3DA62}"/>
                  </a:ext>
                </a:extLst>
              </p:cNvPr>
              <p:cNvPicPr/>
              <p:nvPr/>
            </p:nvPicPr>
            <p:blipFill>
              <a:blip r:embed="rId33"/>
              <a:stretch>
                <a:fillRect/>
              </a:stretch>
            </p:blipFill>
            <p:spPr>
              <a:xfrm>
                <a:off x="1547745" y="4219502"/>
                <a:ext cx="130320" cy="1026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99" name="Ink 98">
                <a:extLst>
                  <a:ext uri="{FF2B5EF4-FFF2-40B4-BE49-F238E27FC236}">
                    <a16:creationId xmlns:a16="http://schemas.microsoft.com/office/drawing/2014/main" id="{61C7FE5A-DA97-5FDB-AC9E-A2BE98C7B241}"/>
                  </a:ext>
                </a:extLst>
              </p14:cNvPr>
              <p14:cNvContentPartPr/>
              <p14:nvPr/>
            </p14:nvContentPartPr>
            <p14:xfrm>
              <a:off x="1521465" y="4038422"/>
              <a:ext cx="57960" cy="141480"/>
            </p14:xfrm>
          </p:contentPart>
        </mc:Choice>
        <mc:Fallback xmlns="">
          <p:pic>
            <p:nvPicPr>
              <p:cNvPr id="99" name="Ink 98">
                <a:extLst>
                  <a:ext uri="{FF2B5EF4-FFF2-40B4-BE49-F238E27FC236}">
                    <a16:creationId xmlns:a16="http://schemas.microsoft.com/office/drawing/2014/main" id="{61C7FE5A-DA97-5FDB-AC9E-A2BE98C7B241}"/>
                  </a:ext>
                </a:extLst>
              </p:cNvPr>
              <p:cNvPicPr/>
              <p:nvPr/>
            </p:nvPicPr>
            <p:blipFill>
              <a:blip r:embed="rId35"/>
              <a:stretch>
                <a:fillRect/>
              </a:stretch>
            </p:blipFill>
            <p:spPr>
              <a:xfrm>
                <a:off x="1515345" y="4032286"/>
                <a:ext cx="70200" cy="153751"/>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110" name="Ink 109">
                <a:extLst>
                  <a:ext uri="{FF2B5EF4-FFF2-40B4-BE49-F238E27FC236}">
                    <a16:creationId xmlns:a16="http://schemas.microsoft.com/office/drawing/2014/main" id="{628FB3DC-755E-75FA-D7A4-4CAA3DD81540}"/>
                  </a:ext>
                </a:extLst>
              </p14:cNvPr>
              <p14:cNvContentPartPr/>
              <p14:nvPr/>
            </p14:nvContentPartPr>
            <p14:xfrm>
              <a:off x="3806453" y="2503232"/>
              <a:ext cx="323280" cy="172440"/>
            </p14:xfrm>
          </p:contentPart>
        </mc:Choice>
        <mc:Fallback xmlns="">
          <p:pic>
            <p:nvPicPr>
              <p:cNvPr id="110" name="Ink 109">
                <a:extLst>
                  <a:ext uri="{FF2B5EF4-FFF2-40B4-BE49-F238E27FC236}">
                    <a16:creationId xmlns:a16="http://schemas.microsoft.com/office/drawing/2014/main" id="{628FB3DC-755E-75FA-D7A4-4CAA3DD81540}"/>
                  </a:ext>
                </a:extLst>
              </p:cNvPr>
              <p:cNvPicPr/>
              <p:nvPr/>
            </p:nvPicPr>
            <p:blipFill>
              <a:blip r:embed="rId37"/>
              <a:stretch>
                <a:fillRect/>
              </a:stretch>
            </p:blipFill>
            <p:spPr>
              <a:xfrm>
                <a:off x="3800340" y="2497112"/>
                <a:ext cx="335506" cy="18468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113" name="Ink 112">
                <a:extLst>
                  <a:ext uri="{FF2B5EF4-FFF2-40B4-BE49-F238E27FC236}">
                    <a16:creationId xmlns:a16="http://schemas.microsoft.com/office/drawing/2014/main" id="{3CDDA30A-51F5-31CE-E233-20005D791CF1}"/>
                  </a:ext>
                </a:extLst>
              </p14:cNvPr>
              <p14:cNvContentPartPr/>
              <p14:nvPr/>
            </p14:nvContentPartPr>
            <p14:xfrm>
              <a:off x="4181573" y="2496392"/>
              <a:ext cx="62640" cy="247320"/>
            </p14:xfrm>
          </p:contentPart>
        </mc:Choice>
        <mc:Fallback xmlns="">
          <p:pic>
            <p:nvPicPr>
              <p:cNvPr id="113" name="Ink 112">
                <a:extLst>
                  <a:ext uri="{FF2B5EF4-FFF2-40B4-BE49-F238E27FC236}">
                    <a16:creationId xmlns:a16="http://schemas.microsoft.com/office/drawing/2014/main" id="{3CDDA30A-51F5-31CE-E233-20005D791CF1}"/>
                  </a:ext>
                </a:extLst>
              </p:cNvPr>
              <p:cNvPicPr/>
              <p:nvPr/>
            </p:nvPicPr>
            <p:blipFill>
              <a:blip r:embed="rId39"/>
              <a:stretch>
                <a:fillRect/>
              </a:stretch>
            </p:blipFill>
            <p:spPr>
              <a:xfrm>
                <a:off x="4175453" y="2490272"/>
                <a:ext cx="74880" cy="25956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115" name="Ink 114">
                <a:extLst>
                  <a:ext uri="{FF2B5EF4-FFF2-40B4-BE49-F238E27FC236}">
                    <a16:creationId xmlns:a16="http://schemas.microsoft.com/office/drawing/2014/main" id="{9B7F3322-614C-0B83-3758-260FD18ECCCA}"/>
                  </a:ext>
                </a:extLst>
              </p14:cNvPr>
              <p14:cNvContentPartPr/>
              <p14:nvPr/>
            </p14:nvContentPartPr>
            <p14:xfrm>
              <a:off x="4385693" y="2491712"/>
              <a:ext cx="66240" cy="223200"/>
            </p14:xfrm>
          </p:contentPart>
        </mc:Choice>
        <mc:Fallback xmlns="">
          <p:pic>
            <p:nvPicPr>
              <p:cNvPr id="115" name="Ink 114">
                <a:extLst>
                  <a:ext uri="{FF2B5EF4-FFF2-40B4-BE49-F238E27FC236}">
                    <a16:creationId xmlns:a16="http://schemas.microsoft.com/office/drawing/2014/main" id="{9B7F3322-614C-0B83-3758-260FD18ECCCA}"/>
                  </a:ext>
                </a:extLst>
              </p:cNvPr>
              <p:cNvPicPr/>
              <p:nvPr/>
            </p:nvPicPr>
            <p:blipFill>
              <a:blip r:embed="rId41"/>
              <a:stretch>
                <a:fillRect/>
              </a:stretch>
            </p:blipFill>
            <p:spPr>
              <a:xfrm>
                <a:off x="4379573" y="2485592"/>
                <a:ext cx="78480" cy="23544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118" name="Ink 117">
                <a:extLst>
                  <a:ext uri="{FF2B5EF4-FFF2-40B4-BE49-F238E27FC236}">
                    <a16:creationId xmlns:a16="http://schemas.microsoft.com/office/drawing/2014/main" id="{7026A6D5-4EC0-B319-BF2A-08F24B9117B5}"/>
                  </a:ext>
                </a:extLst>
              </p14:cNvPr>
              <p14:cNvContentPartPr/>
              <p14:nvPr/>
            </p14:nvContentPartPr>
            <p14:xfrm>
              <a:off x="4276253" y="2530952"/>
              <a:ext cx="46440" cy="138600"/>
            </p14:xfrm>
          </p:contentPart>
        </mc:Choice>
        <mc:Fallback xmlns="">
          <p:pic>
            <p:nvPicPr>
              <p:cNvPr id="118" name="Ink 117">
                <a:extLst>
                  <a:ext uri="{FF2B5EF4-FFF2-40B4-BE49-F238E27FC236}">
                    <a16:creationId xmlns:a16="http://schemas.microsoft.com/office/drawing/2014/main" id="{7026A6D5-4EC0-B319-BF2A-08F24B9117B5}"/>
                  </a:ext>
                </a:extLst>
              </p:cNvPr>
              <p:cNvPicPr/>
              <p:nvPr/>
            </p:nvPicPr>
            <p:blipFill>
              <a:blip r:embed="rId43"/>
              <a:stretch>
                <a:fillRect/>
              </a:stretch>
            </p:blipFill>
            <p:spPr>
              <a:xfrm>
                <a:off x="4267253" y="2521975"/>
                <a:ext cx="64080" cy="156194"/>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124" name="Ink 123">
                <a:extLst>
                  <a:ext uri="{FF2B5EF4-FFF2-40B4-BE49-F238E27FC236}">
                    <a16:creationId xmlns:a16="http://schemas.microsoft.com/office/drawing/2014/main" id="{28CC97AA-4850-5E10-8141-4CA466961F8D}"/>
                  </a:ext>
                </a:extLst>
              </p14:cNvPr>
              <p14:cNvContentPartPr/>
              <p14:nvPr/>
            </p14:nvContentPartPr>
            <p14:xfrm>
              <a:off x="4539413" y="2454632"/>
              <a:ext cx="208080" cy="166680"/>
            </p14:xfrm>
          </p:contentPart>
        </mc:Choice>
        <mc:Fallback xmlns="">
          <p:pic>
            <p:nvPicPr>
              <p:cNvPr id="124" name="Ink 123">
                <a:extLst>
                  <a:ext uri="{FF2B5EF4-FFF2-40B4-BE49-F238E27FC236}">
                    <a16:creationId xmlns:a16="http://schemas.microsoft.com/office/drawing/2014/main" id="{28CC97AA-4850-5E10-8141-4CA466961F8D}"/>
                  </a:ext>
                </a:extLst>
              </p:cNvPr>
              <p:cNvPicPr/>
              <p:nvPr/>
            </p:nvPicPr>
            <p:blipFill>
              <a:blip r:embed="rId45"/>
              <a:stretch>
                <a:fillRect/>
              </a:stretch>
            </p:blipFill>
            <p:spPr>
              <a:xfrm>
                <a:off x="4533293" y="2448512"/>
                <a:ext cx="220320" cy="17892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128" name="Ink 127">
                <a:extLst>
                  <a:ext uri="{FF2B5EF4-FFF2-40B4-BE49-F238E27FC236}">
                    <a16:creationId xmlns:a16="http://schemas.microsoft.com/office/drawing/2014/main" id="{C5BB638B-F274-41CF-759B-550071E21E50}"/>
                  </a:ext>
                </a:extLst>
              </p14:cNvPr>
              <p14:cNvContentPartPr/>
              <p14:nvPr/>
            </p14:nvContentPartPr>
            <p14:xfrm>
              <a:off x="4666493" y="2454632"/>
              <a:ext cx="335160" cy="115920"/>
            </p14:xfrm>
          </p:contentPart>
        </mc:Choice>
        <mc:Fallback xmlns="">
          <p:pic>
            <p:nvPicPr>
              <p:cNvPr id="128" name="Ink 127">
                <a:extLst>
                  <a:ext uri="{FF2B5EF4-FFF2-40B4-BE49-F238E27FC236}">
                    <a16:creationId xmlns:a16="http://schemas.microsoft.com/office/drawing/2014/main" id="{C5BB638B-F274-41CF-759B-550071E21E50}"/>
                  </a:ext>
                </a:extLst>
              </p:cNvPr>
              <p:cNvPicPr/>
              <p:nvPr/>
            </p:nvPicPr>
            <p:blipFill>
              <a:blip r:embed="rId47"/>
              <a:stretch>
                <a:fillRect/>
              </a:stretch>
            </p:blipFill>
            <p:spPr>
              <a:xfrm>
                <a:off x="4660373" y="2448512"/>
                <a:ext cx="347400" cy="12816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134" name="Ink 133">
                <a:extLst>
                  <a:ext uri="{FF2B5EF4-FFF2-40B4-BE49-F238E27FC236}">
                    <a16:creationId xmlns:a16="http://schemas.microsoft.com/office/drawing/2014/main" id="{C58FC3AC-3EDC-4B21-BE20-0C717B031928}"/>
                  </a:ext>
                </a:extLst>
              </p14:cNvPr>
              <p14:cNvContentPartPr/>
              <p14:nvPr/>
            </p14:nvContentPartPr>
            <p14:xfrm>
              <a:off x="4710352" y="2614050"/>
              <a:ext cx="175680" cy="92160"/>
            </p14:xfrm>
          </p:contentPart>
        </mc:Choice>
        <mc:Fallback xmlns="">
          <p:pic>
            <p:nvPicPr>
              <p:cNvPr id="134" name="Ink 133">
                <a:extLst>
                  <a:ext uri="{FF2B5EF4-FFF2-40B4-BE49-F238E27FC236}">
                    <a16:creationId xmlns:a16="http://schemas.microsoft.com/office/drawing/2014/main" id="{C58FC3AC-3EDC-4B21-BE20-0C717B031928}"/>
                  </a:ext>
                </a:extLst>
              </p:cNvPr>
              <p:cNvPicPr/>
              <p:nvPr/>
            </p:nvPicPr>
            <p:blipFill>
              <a:blip r:embed="rId49"/>
              <a:stretch>
                <a:fillRect/>
              </a:stretch>
            </p:blipFill>
            <p:spPr>
              <a:xfrm>
                <a:off x="4704232" y="2607930"/>
                <a:ext cx="187920" cy="10440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137" name="Ink 136">
                <a:extLst>
                  <a:ext uri="{FF2B5EF4-FFF2-40B4-BE49-F238E27FC236}">
                    <a16:creationId xmlns:a16="http://schemas.microsoft.com/office/drawing/2014/main" id="{08CEF2E5-7F88-17E0-6304-5A0A89B37B14}"/>
                  </a:ext>
                </a:extLst>
              </p14:cNvPr>
              <p14:cNvContentPartPr/>
              <p14:nvPr/>
            </p14:nvContentPartPr>
            <p14:xfrm>
              <a:off x="5068192" y="2553930"/>
              <a:ext cx="37440" cy="41760"/>
            </p14:xfrm>
          </p:contentPart>
        </mc:Choice>
        <mc:Fallback xmlns="">
          <p:pic>
            <p:nvPicPr>
              <p:cNvPr id="137" name="Ink 136">
                <a:extLst>
                  <a:ext uri="{FF2B5EF4-FFF2-40B4-BE49-F238E27FC236}">
                    <a16:creationId xmlns:a16="http://schemas.microsoft.com/office/drawing/2014/main" id="{08CEF2E5-7F88-17E0-6304-5A0A89B37B14}"/>
                  </a:ext>
                </a:extLst>
              </p:cNvPr>
              <p:cNvPicPr/>
              <p:nvPr/>
            </p:nvPicPr>
            <p:blipFill>
              <a:blip r:embed="rId51"/>
              <a:stretch>
                <a:fillRect/>
              </a:stretch>
            </p:blipFill>
            <p:spPr>
              <a:xfrm>
                <a:off x="5062072" y="2547810"/>
                <a:ext cx="49680" cy="5400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143" name="Ink 142">
                <a:extLst>
                  <a:ext uri="{FF2B5EF4-FFF2-40B4-BE49-F238E27FC236}">
                    <a16:creationId xmlns:a16="http://schemas.microsoft.com/office/drawing/2014/main" id="{12E05562-E955-BDAF-BD12-F0A56E6625C7}"/>
                  </a:ext>
                </a:extLst>
              </p14:cNvPr>
              <p14:cNvContentPartPr/>
              <p14:nvPr/>
            </p14:nvContentPartPr>
            <p14:xfrm>
              <a:off x="5072872" y="2447730"/>
              <a:ext cx="293400" cy="309240"/>
            </p14:xfrm>
          </p:contentPart>
        </mc:Choice>
        <mc:Fallback xmlns="">
          <p:pic>
            <p:nvPicPr>
              <p:cNvPr id="143" name="Ink 142">
                <a:extLst>
                  <a:ext uri="{FF2B5EF4-FFF2-40B4-BE49-F238E27FC236}">
                    <a16:creationId xmlns:a16="http://schemas.microsoft.com/office/drawing/2014/main" id="{12E05562-E955-BDAF-BD12-F0A56E6625C7}"/>
                  </a:ext>
                </a:extLst>
              </p:cNvPr>
              <p:cNvPicPr/>
              <p:nvPr/>
            </p:nvPicPr>
            <p:blipFill>
              <a:blip r:embed="rId53"/>
              <a:stretch>
                <a:fillRect/>
              </a:stretch>
            </p:blipFill>
            <p:spPr>
              <a:xfrm>
                <a:off x="5066759" y="2441617"/>
                <a:ext cx="305625" cy="321466"/>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146" name="Ink 145">
                <a:extLst>
                  <a:ext uri="{FF2B5EF4-FFF2-40B4-BE49-F238E27FC236}">
                    <a16:creationId xmlns:a16="http://schemas.microsoft.com/office/drawing/2014/main" id="{FF079D51-A16A-C801-1F75-43C8545E41B5}"/>
                  </a:ext>
                </a:extLst>
              </p14:cNvPr>
              <p14:cNvContentPartPr/>
              <p14:nvPr/>
            </p14:nvContentPartPr>
            <p14:xfrm>
              <a:off x="3816584" y="2900097"/>
              <a:ext cx="55800" cy="196560"/>
            </p14:xfrm>
          </p:contentPart>
        </mc:Choice>
        <mc:Fallback xmlns="">
          <p:pic>
            <p:nvPicPr>
              <p:cNvPr id="146" name="Ink 145">
                <a:extLst>
                  <a:ext uri="{FF2B5EF4-FFF2-40B4-BE49-F238E27FC236}">
                    <a16:creationId xmlns:a16="http://schemas.microsoft.com/office/drawing/2014/main" id="{FF079D51-A16A-C801-1F75-43C8545E41B5}"/>
                  </a:ext>
                </a:extLst>
              </p:cNvPr>
              <p:cNvPicPr/>
              <p:nvPr/>
            </p:nvPicPr>
            <p:blipFill>
              <a:blip r:embed="rId55"/>
              <a:stretch>
                <a:fillRect/>
              </a:stretch>
            </p:blipFill>
            <p:spPr>
              <a:xfrm>
                <a:off x="3807584" y="2891457"/>
                <a:ext cx="73440" cy="21420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149" name="Ink 148">
                <a:extLst>
                  <a:ext uri="{FF2B5EF4-FFF2-40B4-BE49-F238E27FC236}">
                    <a16:creationId xmlns:a16="http://schemas.microsoft.com/office/drawing/2014/main" id="{5BF2365F-C486-8686-B665-CEC104B8A2F5}"/>
                  </a:ext>
                </a:extLst>
              </p14:cNvPr>
              <p14:cNvContentPartPr/>
              <p14:nvPr/>
            </p14:nvContentPartPr>
            <p14:xfrm>
              <a:off x="3987315" y="2990221"/>
              <a:ext cx="46440" cy="32760"/>
            </p14:xfrm>
          </p:contentPart>
        </mc:Choice>
        <mc:Fallback xmlns="">
          <p:pic>
            <p:nvPicPr>
              <p:cNvPr id="149" name="Ink 148">
                <a:extLst>
                  <a:ext uri="{FF2B5EF4-FFF2-40B4-BE49-F238E27FC236}">
                    <a16:creationId xmlns:a16="http://schemas.microsoft.com/office/drawing/2014/main" id="{5BF2365F-C486-8686-B665-CEC104B8A2F5}"/>
                  </a:ext>
                </a:extLst>
              </p:cNvPr>
              <p:cNvPicPr/>
              <p:nvPr/>
            </p:nvPicPr>
            <p:blipFill>
              <a:blip r:embed="rId57"/>
              <a:stretch>
                <a:fillRect/>
              </a:stretch>
            </p:blipFill>
            <p:spPr>
              <a:xfrm>
                <a:off x="3981195" y="2984101"/>
                <a:ext cx="58680" cy="4500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157" name="Ink 156">
                <a:extLst>
                  <a:ext uri="{FF2B5EF4-FFF2-40B4-BE49-F238E27FC236}">
                    <a16:creationId xmlns:a16="http://schemas.microsoft.com/office/drawing/2014/main" id="{F01C2BE3-E55D-7561-DB3A-E2A23200ED27}"/>
                  </a:ext>
                </a:extLst>
              </p14:cNvPr>
              <p14:cNvContentPartPr/>
              <p14:nvPr/>
            </p14:nvContentPartPr>
            <p14:xfrm>
              <a:off x="4142115" y="2974021"/>
              <a:ext cx="462240" cy="111240"/>
            </p14:xfrm>
          </p:contentPart>
        </mc:Choice>
        <mc:Fallback xmlns="">
          <p:pic>
            <p:nvPicPr>
              <p:cNvPr id="157" name="Ink 156">
                <a:extLst>
                  <a:ext uri="{FF2B5EF4-FFF2-40B4-BE49-F238E27FC236}">
                    <a16:creationId xmlns:a16="http://schemas.microsoft.com/office/drawing/2014/main" id="{F01C2BE3-E55D-7561-DB3A-E2A23200ED27}"/>
                  </a:ext>
                </a:extLst>
              </p:cNvPr>
              <p:cNvPicPr/>
              <p:nvPr/>
            </p:nvPicPr>
            <p:blipFill>
              <a:blip r:embed="rId59"/>
              <a:stretch>
                <a:fillRect/>
              </a:stretch>
            </p:blipFill>
            <p:spPr>
              <a:xfrm>
                <a:off x="4135995" y="2967901"/>
                <a:ext cx="474480" cy="12348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165" name="Ink 164">
                <a:extLst>
                  <a:ext uri="{FF2B5EF4-FFF2-40B4-BE49-F238E27FC236}">
                    <a16:creationId xmlns:a16="http://schemas.microsoft.com/office/drawing/2014/main" id="{5E8D7368-7003-C2DB-41D0-77F8870C172A}"/>
                  </a:ext>
                </a:extLst>
              </p14:cNvPr>
              <p14:cNvContentPartPr/>
              <p14:nvPr/>
            </p14:nvContentPartPr>
            <p14:xfrm>
              <a:off x="4677795" y="2893381"/>
              <a:ext cx="279720" cy="259560"/>
            </p14:xfrm>
          </p:contentPart>
        </mc:Choice>
        <mc:Fallback xmlns="">
          <p:pic>
            <p:nvPicPr>
              <p:cNvPr id="165" name="Ink 164">
                <a:extLst>
                  <a:ext uri="{FF2B5EF4-FFF2-40B4-BE49-F238E27FC236}">
                    <a16:creationId xmlns:a16="http://schemas.microsoft.com/office/drawing/2014/main" id="{5E8D7368-7003-C2DB-41D0-77F8870C172A}"/>
                  </a:ext>
                </a:extLst>
              </p:cNvPr>
              <p:cNvPicPr/>
              <p:nvPr/>
            </p:nvPicPr>
            <p:blipFill>
              <a:blip r:embed="rId61"/>
              <a:stretch>
                <a:fillRect/>
              </a:stretch>
            </p:blipFill>
            <p:spPr>
              <a:xfrm>
                <a:off x="4671675" y="2887261"/>
                <a:ext cx="291960" cy="27180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168" name="Ink 167">
                <a:extLst>
                  <a:ext uri="{FF2B5EF4-FFF2-40B4-BE49-F238E27FC236}">
                    <a16:creationId xmlns:a16="http://schemas.microsoft.com/office/drawing/2014/main" id="{46EF5BB4-0BA9-D539-4913-E86D6D96FA93}"/>
                  </a:ext>
                </a:extLst>
              </p14:cNvPr>
              <p14:cNvContentPartPr/>
              <p14:nvPr/>
            </p14:nvContentPartPr>
            <p14:xfrm>
              <a:off x="4102846" y="3276490"/>
              <a:ext cx="65160" cy="234000"/>
            </p14:xfrm>
          </p:contentPart>
        </mc:Choice>
        <mc:Fallback xmlns="">
          <p:pic>
            <p:nvPicPr>
              <p:cNvPr id="168" name="Ink 167">
                <a:extLst>
                  <a:ext uri="{FF2B5EF4-FFF2-40B4-BE49-F238E27FC236}">
                    <a16:creationId xmlns:a16="http://schemas.microsoft.com/office/drawing/2014/main" id="{46EF5BB4-0BA9-D539-4913-E86D6D96FA93}"/>
                  </a:ext>
                </a:extLst>
              </p:cNvPr>
              <p:cNvPicPr/>
              <p:nvPr/>
            </p:nvPicPr>
            <p:blipFill>
              <a:blip r:embed="rId63"/>
              <a:stretch>
                <a:fillRect/>
              </a:stretch>
            </p:blipFill>
            <p:spPr>
              <a:xfrm>
                <a:off x="4094206" y="3267837"/>
                <a:ext cx="82800" cy="251667"/>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171" name="Ink 170">
                <a:extLst>
                  <a:ext uri="{FF2B5EF4-FFF2-40B4-BE49-F238E27FC236}">
                    <a16:creationId xmlns:a16="http://schemas.microsoft.com/office/drawing/2014/main" id="{B7012114-73A3-AFEE-930B-22A77D798DA6}"/>
                  </a:ext>
                </a:extLst>
              </p14:cNvPr>
              <p14:cNvContentPartPr/>
              <p14:nvPr/>
            </p14:nvContentPartPr>
            <p14:xfrm>
              <a:off x="4234606" y="3380530"/>
              <a:ext cx="67320" cy="43920"/>
            </p14:xfrm>
          </p:contentPart>
        </mc:Choice>
        <mc:Fallback xmlns="">
          <p:pic>
            <p:nvPicPr>
              <p:cNvPr id="171" name="Ink 170">
                <a:extLst>
                  <a:ext uri="{FF2B5EF4-FFF2-40B4-BE49-F238E27FC236}">
                    <a16:creationId xmlns:a16="http://schemas.microsoft.com/office/drawing/2014/main" id="{B7012114-73A3-AFEE-930B-22A77D798DA6}"/>
                  </a:ext>
                </a:extLst>
              </p:cNvPr>
              <p:cNvPicPr/>
              <p:nvPr/>
            </p:nvPicPr>
            <p:blipFill>
              <a:blip r:embed="rId65"/>
              <a:stretch>
                <a:fillRect/>
              </a:stretch>
            </p:blipFill>
            <p:spPr>
              <a:xfrm>
                <a:off x="4228486" y="3374460"/>
                <a:ext cx="79560" cy="5606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176" name="Ink 175">
                <a:extLst>
                  <a:ext uri="{FF2B5EF4-FFF2-40B4-BE49-F238E27FC236}">
                    <a16:creationId xmlns:a16="http://schemas.microsoft.com/office/drawing/2014/main" id="{1A857B83-B898-329B-76B9-4C362F4493FD}"/>
                  </a:ext>
                </a:extLst>
              </p14:cNvPr>
              <p14:cNvContentPartPr/>
              <p14:nvPr/>
            </p14:nvContentPartPr>
            <p14:xfrm>
              <a:off x="4420366" y="3304210"/>
              <a:ext cx="555840" cy="196920"/>
            </p14:xfrm>
          </p:contentPart>
        </mc:Choice>
        <mc:Fallback xmlns="">
          <p:pic>
            <p:nvPicPr>
              <p:cNvPr id="176" name="Ink 175">
                <a:extLst>
                  <a:ext uri="{FF2B5EF4-FFF2-40B4-BE49-F238E27FC236}">
                    <a16:creationId xmlns:a16="http://schemas.microsoft.com/office/drawing/2014/main" id="{1A857B83-B898-329B-76B9-4C362F4493FD}"/>
                  </a:ext>
                </a:extLst>
              </p:cNvPr>
              <p:cNvPicPr/>
              <p:nvPr/>
            </p:nvPicPr>
            <p:blipFill>
              <a:blip r:embed="rId67"/>
              <a:stretch>
                <a:fillRect/>
              </a:stretch>
            </p:blipFill>
            <p:spPr>
              <a:xfrm>
                <a:off x="4414246" y="3298079"/>
                <a:ext cx="568080" cy="209182"/>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177" name="Ink 176">
                <a:extLst>
                  <a:ext uri="{FF2B5EF4-FFF2-40B4-BE49-F238E27FC236}">
                    <a16:creationId xmlns:a16="http://schemas.microsoft.com/office/drawing/2014/main" id="{C38F9DAF-4B97-E547-7B52-14BE093F8E48}"/>
                  </a:ext>
                </a:extLst>
              </p14:cNvPr>
              <p14:cNvContentPartPr/>
              <p14:nvPr/>
            </p14:nvContentPartPr>
            <p14:xfrm>
              <a:off x="5019766" y="3237610"/>
              <a:ext cx="51120" cy="57960"/>
            </p14:xfrm>
          </p:contentPart>
        </mc:Choice>
        <mc:Fallback xmlns="">
          <p:pic>
            <p:nvPicPr>
              <p:cNvPr id="177" name="Ink 176">
                <a:extLst>
                  <a:ext uri="{FF2B5EF4-FFF2-40B4-BE49-F238E27FC236}">
                    <a16:creationId xmlns:a16="http://schemas.microsoft.com/office/drawing/2014/main" id="{C38F9DAF-4B97-E547-7B52-14BE093F8E48}"/>
                  </a:ext>
                </a:extLst>
              </p:cNvPr>
              <p:cNvPicPr/>
              <p:nvPr/>
            </p:nvPicPr>
            <p:blipFill>
              <a:blip r:embed="rId69"/>
              <a:stretch>
                <a:fillRect/>
              </a:stretch>
            </p:blipFill>
            <p:spPr>
              <a:xfrm>
                <a:off x="5013646" y="3231490"/>
                <a:ext cx="63360" cy="7020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184" name="Ink 183">
                <a:extLst>
                  <a:ext uri="{FF2B5EF4-FFF2-40B4-BE49-F238E27FC236}">
                    <a16:creationId xmlns:a16="http://schemas.microsoft.com/office/drawing/2014/main" id="{911A3543-1A94-1CA5-C254-1C698DC254A1}"/>
                  </a:ext>
                </a:extLst>
              </p14:cNvPr>
              <p14:cNvContentPartPr/>
              <p14:nvPr/>
            </p14:nvContentPartPr>
            <p14:xfrm>
              <a:off x="6237926" y="3276490"/>
              <a:ext cx="565054" cy="326515"/>
            </p14:xfrm>
          </p:contentPart>
        </mc:Choice>
        <mc:Fallback xmlns="">
          <p:pic>
            <p:nvPicPr>
              <p:cNvPr id="184" name="Ink 183">
                <a:extLst>
                  <a:ext uri="{FF2B5EF4-FFF2-40B4-BE49-F238E27FC236}">
                    <a16:creationId xmlns:a16="http://schemas.microsoft.com/office/drawing/2014/main" id="{911A3543-1A94-1CA5-C254-1C698DC254A1}"/>
                  </a:ext>
                </a:extLst>
              </p:cNvPr>
              <p:cNvPicPr/>
              <p:nvPr/>
            </p:nvPicPr>
            <p:blipFill>
              <a:blip r:embed="rId71"/>
              <a:stretch>
                <a:fillRect/>
              </a:stretch>
            </p:blipFill>
            <p:spPr>
              <a:xfrm>
                <a:off x="6231808" y="3270363"/>
                <a:ext cx="577291" cy="338768"/>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189" name="Ink 188">
                <a:extLst>
                  <a:ext uri="{FF2B5EF4-FFF2-40B4-BE49-F238E27FC236}">
                    <a16:creationId xmlns:a16="http://schemas.microsoft.com/office/drawing/2014/main" id="{662A4F7B-AC95-7058-5C9F-1559A31A79D5}"/>
                  </a:ext>
                </a:extLst>
              </p14:cNvPr>
              <p14:cNvContentPartPr/>
              <p14:nvPr/>
            </p14:nvContentPartPr>
            <p14:xfrm>
              <a:off x="6928965" y="3344699"/>
              <a:ext cx="444494" cy="294797"/>
            </p14:xfrm>
          </p:contentPart>
        </mc:Choice>
        <mc:Fallback xmlns="">
          <p:pic>
            <p:nvPicPr>
              <p:cNvPr id="189" name="Ink 188">
                <a:extLst>
                  <a:ext uri="{FF2B5EF4-FFF2-40B4-BE49-F238E27FC236}">
                    <a16:creationId xmlns:a16="http://schemas.microsoft.com/office/drawing/2014/main" id="{662A4F7B-AC95-7058-5C9F-1559A31A79D5}"/>
                  </a:ext>
                </a:extLst>
              </p:cNvPr>
              <p:cNvPicPr/>
              <p:nvPr/>
            </p:nvPicPr>
            <p:blipFill>
              <a:blip r:embed="rId73"/>
              <a:stretch>
                <a:fillRect/>
              </a:stretch>
            </p:blipFill>
            <p:spPr>
              <a:xfrm>
                <a:off x="6922846" y="3338580"/>
                <a:ext cx="456731" cy="307035"/>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190" name="Ink 189">
                <a:extLst>
                  <a:ext uri="{FF2B5EF4-FFF2-40B4-BE49-F238E27FC236}">
                    <a16:creationId xmlns:a16="http://schemas.microsoft.com/office/drawing/2014/main" id="{34721B25-B23B-DD1F-90FF-4EF232BD8E18}"/>
                  </a:ext>
                </a:extLst>
              </p14:cNvPr>
              <p14:cNvContentPartPr/>
              <p14:nvPr/>
            </p14:nvContentPartPr>
            <p14:xfrm>
              <a:off x="7431724" y="3308783"/>
              <a:ext cx="42507" cy="75098"/>
            </p14:xfrm>
          </p:contentPart>
        </mc:Choice>
        <mc:Fallback xmlns="">
          <p:pic>
            <p:nvPicPr>
              <p:cNvPr id="190" name="Ink 189">
                <a:extLst>
                  <a:ext uri="{FF2B5EF4-FFF2-40B4-BE49-F238E27FC236}">
                    <a16:creationId xmlns:a16="http://schemas.microsoft.com/office/drawing/2014/main" id="{34721B25-B23B-DD1F-90FF-4EF232BD8E18}"/>
                  </a:ext>
                </a:extLst>
              </p:cNvPr>
              <p:cNvPicPr/>
              <p:nvPr/>
            </p:nvPicPr>
            <p:blipFill>
              <a:blip r:embed="rId75"/>
              <a:stretch>
                <a:fillRect/>
              </a:stretch>
            </p:blipFill>
            <p:spPr>
              <a:xfrm>
                <a:off x="7425652" y="3302675"/>
                <a:ext cx="54652" cy="87315"/>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192" name="Ink 191">
                <a:extLst>
                  <a:ext uri="{FF2B5EF4-FFF2-40B4-BE49-F238E27FC236}">
                    <a16:creationId xmlns:a16="http://schemas.microsoft.com/office/drawing/2014/main" id="{D9BBA047-0874-417A-8DBC-31701B91731E}"/>
                  </a:ext>
                </a:extLst>
              </p14:cNvPr>
              <p14:cNvContentPartPr/>
              <p14:nvPr/>
            </p14:nvContentPartPr>
            <p14:xfrm>
              <a:off x="2048484" y="2238333"/>
              <a:ext cx="4680" cy="13320"/>
            </p14:xfrm>
          </p:contentPart>
        </mc:Choice>
        <mc:Fallback xmlns="">
          <p:pic>
            <p:nvPicPr>
              <p:cNvPr id="192" name="Ink 191">
                <a:extLst>
                  <a:ext uri="{FF2B5EF4-FFF2-40B4-BE49-F238E27FC236}">
                    <a16:creationId xmlns:a16="http://schemas.microsoft.com/office/drawing/2014/main" id="{D9BBA047-0874-417A-8DBC-31701B91731E}"/>
                  </a:ext>
                </a:extLst>
              </p:cNvPr>
              <p:cNvPicPr/>
              <p:nvPr/>
            </p:nvPicPr>
            <p:blipFill>
              <a:blip r:embed="rId77"/>
              <a:stretch>
                <a:fillRect/>
              </a:stretch>
            </p:blipFill>
            <p:spPr>
              <a:xfrm>
                <a:off x="2042364" y="2232213"/>
                <a:ext cx="16920" cy="2556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193" name="Ink 192">
                <a:extLst>
                  <a:ext uri="{FF2B5EF4-FFF2-40B4-BE49-F238E27FC236}">
                    <a16:creationId xmlns:a16="http://schemas.microsoft.com/office/drawing/2014/main" id="{DDD222D1-9497-8C25-45A2-AF6156574151}"/>
                  </a:ext>
                </a:extLst>
              </p14:cNvPr>
              <p14:cNvContentPartPr/>
              <p14:nvPr/>
            </p14:nvContentPartPr>
            <p14:xfrm>
              <a:off x="2039844" y="2385573"/>
              <a:ext cx="9000" cy="4680"/>
            </p14:xfrm>
          </p:contentPart>
        </mc:Choice>
        <mc:Fallback xmlns="">
          <p:pic>
            <p:nvPicPr>
              <p:cNvPr id="193" name="Ink 192">
                <a:extLst>
                  <a:ext uri="{FF2B5EF4-FFF2-40B4-BE49-F238E27FC236}">
                    <a16:creationId xmlns:a16="http://schemas.microsoft.com/office/drawing/2014/main" id="{DDD222D1-9497-8C25-45A2-AF6156574151}"/>
                  </a:ext>
                </a:extLst>
              </p:cNvPr>
              <p:cNvPicPr/>
              <p:nvPr/>
            </p:nvPicPr>
            <p:blipFill>
              <a:blip r:embed="rId79"/>
              <a:stretch>
                <a:fillRect/>
              </a:stretch>
            </p:blipFill>
            <p:spPr>
              <a:xfrm>
                <a:off x="2033724" y="2379453"/>
                <a:ext cx="21240" cy="16920"/>
              </a:xfrm>
              <a:prstGeom prst="rect">
                <a:avLst/>
              </a:prstGeom>
            </p:spPr>
          </p:pic>
        </mc:Fallback>
      </mc:AlternateContent>
      <p:sp>
        <p:nvSpPr>
          <p:cNvPr id="194" name="TextBox 193">
            <a:extLst>
              <a:ext uri="{FF2B5EF4-FFF2-40B4-BE49-F238E27FC236}">
                <a16:creationId xmlns:a16="http://schemas.microsoft.com/office/drawing/2014/main" id="{26D968C0-720B-C8BC-DAA2-0EAA5763DFCD}"/>
              </a:ext>
            </a:extLst>
          </p:cNvPr>
          <p:cNvSpPr txBox="1"/>
          <p:nvPr/>
        </p:nvSpPr>
        <p:spPr>
          <a:xfrm>
            <a:off x="3176779" y="4287420"/>
            <a:ext cx="5692470" cy="1754326"/>
          </a:xfrm>
          <a:prstGeom prst="rect">
            <a:avLst/>
          </a:prstGeom>
          <a:noFill/>
        </p:spPr>
        <p:txBody>
          <a:bodyPr wrap="square" rtlCol="0">
            <a:spAutoFit/>
          </a:bodyPr>
          <a:lstStyle/>
          <a:p>
            <a:pPr algn="l"/>
            <a:r>
              <a:rPr lang="en-US" dirty="0"/>
              <a:t>To find the cameras horizontal FOV, I first labeled the length of each side of the triangles created from my testing. After this, I used arctan along with the side lengths to find the angle of one half of the FOV. Then, I multiplied this by 2 to find the total horizontal FOV of my camera which was 46.4 degrees.</a:t>
            </a:r>
          </a:p>
        </p:txBody>
      </p:sp>
      <mc:AlternateContent xmlns:mc="http://schemas.openxmlformats.org/markup-compatibility/2006" xmlns:p14="http://schemas.microsoft.com/office/powerpoint/2010/main">
        <mc:Choice Requires="p14">
          <p:contentPart p14:bwMode="auto" r:id="rId80">
            <p14:nvContentPartPr>
              <p14:cNvPr id="199" name="Ink 198">
                <a:extLst>
                  <a:ext uri="{FF2B5EF4-FFF2-40B4-BE49-F238E27FC236}">
                    <a16:creationId xmlns:a16="http://schemas.microsoft.com/office/drawing/2014/main" id="{D8F8D7E2-0505-171C-6747-E73C0BC35BAB}"/>
                  </a:ext>
                </a:extLst>
              </p14:cNvPr>
              <p14:cNvContentPartPr/>
              <p14:nvPr/>
            </p14:nvContentPartPr>
            <p14:xfrm>
              <a:off x="6098930" y="2630123"/>
              <a:ext cx="713880" cy="262800"/>
            </p14:xfrm>
          </p:contentPart>
        </mc:Choice>
        <mc:Fallback xmlns="">
          <p:pic>
            <p:nvPicPr>
              <p:cNvPr id="199" name="Ink 198">
                <a:extLst>
                  <a:ext uri="{FF2B5EF4-FFF2-40B4-BE49-F238E27FC236}">
                    <a16:creationId xmlns:a16="http://schemas.microsoft.com/office/drawing/2014/main" id="{D8F8D7E2-0505-171C-6747-E73C0BC35BAB}"/>
                  </a:ext>
                </a:extLst>
              </p:cNvPr>
              <p:cNvPicPr/>
              <p:nvPr/>
            </p:nvPicPr>
            <p:blipFill>
              <a:blip r:embed="rId81"/>
              <a:stretch>
                <a:fillRect/>
              </a:stretch>
            </p:blipFill>
            <p:spPr>
              <a:xfrm>
                <a:off x="6092813" y="2623995"/>
                <a:ext cx="726114" cy="275057"/>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205" name="Ink 204">
                <a:extLst>
                  <a:ext uri="{FF2B5EF4-FFF2-40B4-BE49-F238E27FC236}">
                    <a16:creationId xmlns:a16="http://schemas.microsoft.com/office/drawing/2014/main" id="{AB7C9A09-060B-FF4C-6406-47AB28F92F77}"/>
                  </a:ext>
                </a:extLst>
              </p14:cNvPr>
              <p14:cNvContentPartPr/>
              <p14:nvPr/>
            </p14:nvContentPartPr>
            <p14:xfrm>
              <a:off x="6957170" y="2625083"/>
              <a:ext cx="632160" cy="267840"/>
            </p14:xfrm>
          </p:contentPart>
        </mc:Choice>
        <mc:Fallback xmlns="">
          <p:pic>
            <p:nvPicPr>
              <p:cNvPr id="205" name="Ink 204">
                <a:extLst>
                  <a:ext uri="{FF2B5EF4-FFF2-40B4-BE49-F238E27FC236}">
                    <a16:creationId xmlns:a16="http://schemas.microsoft.com/office/drawing/2014/main" id="{AB7C9A09-060B-FF4C-6406-47AB28F92F77}"/>
                  </a:ext>
                </a:extLst>
              </p:cNvPr>
              <p:cNvPicPr/>
              <p:nvPr/>
            </p:nvPicPr>
            <p:blipFill>
              <a:blip r:embed="rId83"/>
              <a:stretch>
                <a:fillRect/>
              </a:stretch>
            </p:blipFill>
            <p:spPr>
              <a:xfrm>
                <a:off x="6951050" y="2618963"/>
                <a:ext cx="644400" cy="28008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221" name="Ink 220">
                <a:extLst>
                  <a:ext uri="{FF2B5EF4-FFF2-40B4-BE49-F238E27FC236}">
                    <a16:creationId xmlns:a16="http://schemas.microsoft.com/office/drawing/2014/main" id="{50C22D34-AEFC-7AB0-9631-67713A20B8CA}"/>
                  </a:ext>
                </a:extLst>
              </p14:cNvPr>
              <p14:cNvContentPartPr/>
              <p14:nvPr/>
            </p14:nvContentPartPr>
            <p14:xfrm>
              <a:off x="1221444" y="1864364"/>
              <a:ext cx="1115640" cy="187200"/>
            </p14:xfrm>
          </p:contentPart>
        </mc:Choice>
        <mc:Fallback xmlns="">
          <p:pic>
            <p:nvPicPr>
              <p:cNvPr id="221" name="Ink 220">
                <a:extLst>
                  <a:ext uri="{FF2B5EF4-FFF2-40B4-BE49-F238E27FC236}">
                    <a16:creationId xmlns:a16="http://schemas.microsoft.com/office/drawing/2014/main" id="{50C22D34-AEFC-7AB0-9631-67713A20B8CA}"/>
                  </a:ext>
                </a:extLst>
              </p:cNvPr>
              <p:cNvPicPr/>
              <p:nvPr/>
            </p:nvPicPr>
            <p:blipFill>
              <a:blip r:embed="rId85"/>
              <a:stretch>
                <a:fillRect/>
              </a:stretch>
            </p:blipFill>
            <p:spPr>
              <a:xfrm>
                <a:off x="1215324" y="1858244"/>
                <a:ext cx="1127880" cy="199440"/>
              </a:xfrm>
              <a:prstGeom prst="rect">
                <a:avLst/>
              </a:prstGeom>
            </p:spPr>
          </p:pic>
        </mc:Fallback>
      </mc:AlternateContent>
    </p:spTree>
    <p:extLst>
      <p:ext uri="{BB962C8B-B14F-4D97-AF65-F5344CB8AC3E}">
        <p14:creationId xmlns:p14="http://schemas.microsoft.com/office/powerpoint/2010/main" val="7024247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68140D-72E8-0A44-DF05-84CE11161B45}"/>
              </a:ext>
            </a:extLst>
          </p:cNvPr>
          <p:cNvSpPr>
            <a:spLocks noGrp="1"/>
          </p:cNvSpPr>
          <p:nvPr>
            <p:ph type="title"/>
          </p:nvPr>
        </p:nvSpPr>
        <p:spPr/>
        <p:txBody>
          <a:bodyPr/>
          <a:lstStyle/>
          <a:p>
            <a:r>
              <a:rPr lang="en-US" dirty="0"/>
              <a:t>Synthesis – Modeling Part 1</a:t>
            </a:r>
          </a:p>
        </p:txBody>
      </p:sp>
      <p:sp>
        <p:nvSpPr>
          <p:cNvPr id="3" name="Content Placeholder 2">
            <a:extLst>
              <a:ext uri="{FF2B5EF4-FFF2-40B4-BE49-F238E27FC236}">
                <a16:creationId xmlns:a16="http://schemas.microsoft.com/office/drawing/2014/main" id="{3E311C7A-3A49-38A0-58D9-1406D2C3D80E}"/>
              </a:ext>
            </a:extLst>
          </p:cNvPr>
          <p:cNvSpPr>
            <a:spLocks noGrp="1"/>
          </p:cNvSpPr>
          <p:nvPr>
            <p:ph idx="1"/>
          </p:nvPr>
        </p:nvSpPr>
        <p:spPr>
          <a:xfrm>
            <a:off x="1939290" y="1048023"/>
            <a:ext cx="7728383" cy="4761953"/>
          </a:xfrm>
        </p:spPr>
        <p:txBody>
          <a:bodyPr/>
          <a:lstStyle/>
          <a:p>
            <a:r>
              <a:rPr lang="en-US" dirty="0"/>
              <a:t>  </a:t>
            </a:r>
          </a:p>
        </p:txBody>
      </p:sp>
      <mc:AlternateContent xmlns:mc="http://schemas.openxmlformats.org/markup-compatibility/2006" xmlns:p14="http://schemas.microsoft.com/office/powerpoint/2010/main">
        <mc:Choice Requires="p14">
          <p:contentPart p14:bwMode="auto" r:id="rId2">
            <p14:nvContentPartPr>
              <p14:cNvPr id="18" name="Ink 17">
                <a:extLst>
                  <a:ext uri="{FF2B5EF4-FFF2-40B4-BE49-F238E27FC236}">
                    <a16:creationId xmlns:a16="http://schemas.microsoft.com/office/drawing/2014/main" id="{FB402226-D136-3A26-E2DB-B42253A8C2CB}"/>
                  </a:ext>
                </a:extLst>
              </p14:cNvPr>
              <p14:cNvContentPartPr/>
              <p14:nvPr/>
            </p14:nvContentPartPr>
            <p14:xfrm>
              <a:off x="1506045" y="2483299"/>
              <a:ext cx="545040" cy="257760"/>
            </p14:xfrm>
          </p:contentPart>
        </mc:Choice>
        <mc:Fallback xmlns="">
          <p:pic>
            <p:nvPicPr>
              <p:cNvPr id="18" name="Ink 17">
                <a:extLst>
                  <a:ext uri="{FF2B5EF4-FFF2-40B4-BE49-F238E27FC236}">
                    <a16:creationId xmlns:a16="http://schemas.microsoft.com/office/drawing/2014/main" id="{FB402226-D136-3A26-E2DB-B42253A8C2CB}"/>
                  </a:ext>
                </a:extLst>
              </p:cNvPr>
              <p:cNvPicPr/>
              <p:nvPr/>
            </p:nvPicPr>
            <p:blipFill>
              <a:blip r:embed="rId3"/>
              <a:stretch>
                <a:fillRect/>
              </a:stretch>
            </p:blipFill>
            <p:spPr>
              <a:xfrm>
                <a:off x="1499925" y="2477179"/>
                <a:ext cx="557280" cy="2700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9" name="Ink 18">
                <a:extLst>
                  <a:ext uri="{FF2B5EF4-FFF2-40B4-BE49-F238E27FC236}">
                    <a16:creationId xmlns:a16="http://schemas.microsoft.com/office/drawing/2014/main" id="{A326769D-6664-2F79-3A6C-9CC5CB7CD28A}"/>
                  </a:ext>
                </a:extLst>
              </p14:cNvPr>
              <p14:cNvContentPartPr/>
              <p14:nvPr/>
            </p14:nvContentPartPr>
            <p14:xfrm>
              <a:off x="1313085" y="1987219"/>
              <a:ext cx="1197000" cy="303120"/>
            </p14:xfrm>
          </p:contentPart>
        </mc:Choice>
        <mc:Fallback xmlns="">
          <p:pic>
            <p:nvPicPr>
              <p:cNvPr id="19" name="Ink 18">
                <a:extLst>
                  <a:ext uri="{FF2B5EF4-FFF2-40B4-BE49-F238E27FC236}">
                    <a16:creationId xmlns:a16="http://schemas.microsoft.com/office/drawing/2014/main" id="{A326769D-6664-2F79-3A6C-9CC5CB7CD28A}"/>
                  </a:ext>
                </a:extLst>
              </p:cNvPr>
              <p:cNvPicPr/>
              <p:nvPr/>
            </p:nvPicPr>
            <p:blipFill>
              <a:blip r:embed="rId5"/>
              <a:stretch>
                <a:fillRect/>
              </a:stretch>
            </p:blipFill>
            <p:spPr>
              <a:xfrm>
                <a:off x="1306965" y="1981099"/>
                <a:ext cx="1209240" cy="3153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20" name="Ink 19">
                <a:extLst>
                  <a:ext uri="{FF2B5EF4-FFF2-40B4-BE49-F238E27FC236}">
                    <a16:creationId xmlns:a16="http://schemas.microsoft.com/office/drawing/2014/main" id="{2FEF1914-7100-D90D-61FF-E51DE4BD45B4}"/>
                  </a:ext>
                </a:extLst>
              </p14:cNvPr>
              <p14:cNvContentPartPr/>
              <p14:nvPr/>
            </p14:nvContentPartPr>
            <p14:xfrm>
              <a:off x="2200845" y="2521819"/>
              <a:ext cx="17640" cy="13320"/>
            </p14:xfrm>
          </p:contentPart>
        </mc:Choice>
        <mc:Fallback xmlns="">
          <p:pic>
            <p:nvPicPr>
              <p:cNvPr id="20" name="Ink 19">
                <a:extLst>
                  <a:ext uri="{FF2B5EF4-FFF2-40B4-BE49-F238E27FC236}">
                    <a16:creationId xmlns:a16="http://schemas.microsoft.com/office/drawing/2014/main" id="{2FEF1914-7100-D90D-61FF-E51DE4BD45B4}"/>
                  </a:ext>
                </a:extLst>
              </p:cNvPr>
              <p:cNvPicPr/>
              <p:nvPr/>
            </p:nvPicPr>
            <p:blipFill>
              <a:blip r:embed="rId7"/>
              <a:stretch>
                <a:fillRect/>
              </a:stretch>
            </p:blipFill>
            <p:spPr>
              <a:xfrm>
                <a:off x="2194725" y="2515699"/>
                <a:ext cx="29880" cy="255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21" name="Ink 20">
                <a:extLst>
                  <a:ext uri="{FF2B5EF4-FFF2-40B4-BE49-F238E27FC236}">
                    <a16:creationId xmlns:a16="http://schemas.microsoft.com/office/drawing/2014/main" id="{0CB0D343-A457-49F0-711E-58998E8231DF}"/>
                  </a:ext>
                </a:extLst>
              </p14:cNvPr>
              <p14:cNvContentPartPr/>
              <p14:nvPr/>
            </p14:nvContentPartPr>
            <p14:xfrm>
              <a:off x="2192205" y="2671939"/>
              <a:ext cx="13320" cy="13320"/>
            </p14:xfrm>
          </p:contentPart>
        </mc:Choice>
        <mc:Fallback xmlns="">
          <p:pic>
            <p:nvPicPr>
              <p:cNvPr id="21" name="Ink 20">
                <a:extLst>
                  <a:ext uri="{FF2B5EF4-FFF2-40B4-BE49-F238E27FC236}">
                    <a16:creationId xmlns:a16="http://schemas.microsoft.com/office/drawing/2014/main" id="{0CB0D343-A457-49F0-711E-58998E8231DF}"/>
                  </a:ext>
                </a:extLst>
              </p:cNvPr>
              <p:cNvPicPr/>
              <p:nvPr/>
            </p:nvPicPr>
            <p:blipFill>
              <a:blip r:embed="rId9"/>
              <a:stretch>
                <a:fillRect/>
              </a:stretch>
            </p:blipFill>
            <p:spPr>
              <a:xfrm>
                <a:off x="2186085" y="2665819"/>
                <a:ext cx="25560" cy="255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31" name="Ink 30">
                <a:extLst>
                  <a:ext uri="{FF2B5EF4-FFF2-40B4-BE49-F238E27FC236}">
                    <a16:creationId xmlns:a16="http://schemas.microsoft.com/office/drawing/2014/main" id="{BF75E00C-C25F-756A-B7CB-118B21C80381}"/>
                  </a:ext>
                </a:extLst>
              </p14:cNvPr>
              <p14:cNvContentPartPr/>
              <p14:nvPr/>
            </p14:nvContentPartPr>
            <p14:xfrm>
              <a:off x="1398686" y="3581206"/>
              <a:ext cx="930960" cy="30240"/>
            </p14:xfrm>
          </p:contentPart>
        </mc:Choice>
        <mc:Fallback xmlns="">
          <p:pic>
            <p:nvPicPr>
              <p:cNvPr id="31" name="Ink 30">
                <a:extLst>
                  <a:ext uri="{FF2B5EF4-FFF2-40B4-BE49-F238E27FC236}">
                    <a16:creationId xmlns:a16="http://schemas.microsoft.com/office/drawing/2014/main" id="{BF75E00C-C25F-756A-B7CB-118B21C80381}"/>
                  </a:ext>
                </a:extLst>
              </p:cNvPr>
              <p:cNvPicPr/>
              <p:nvPr/>
            </p:nvPicPr>
            <p:blipFill>
              <a:blip r:embed="rId11"/>
              <a:stretch>
                <a:fillRect/>
              </a:stretch>
            </p:blipFill>
            <p:spPr>
              <a:xfrm>
                <a:off x="1392566" y="3575086"/>
                <a:ext cx="943200" cy="424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35" name="Ink 34">
                <a:extLst>
                  <a:ext uri="{FF2B5EF4-FFF2-40B4-BE49-F238E27FC236}">
                    <a16:creationId xmlns:a16="http://schemas.microsoft.com/office/drawing/2014/main" id="{31FC5DD7-B5BE-D5E4-1137-009B8E705A79}"/>
                  </a:ext>
                </a:extLst>
              </p14:cNvPr>
              <p14:cNvContentPartPr/>
              <p14:nvPr/>
            </p14:nvContentPartPr>
            <p14:xfrm>
              <a:off x="1415966" y="3581206"/>
              <a:ext cx="935280" cy="605160"/>
            </p14:xfrm>
          </p:contentPart>
        </mc:Choice>
        <mc:Fallback xmlns="">
          <p:pic>
            <p:nvPicPr>
              <p:cNvPr id="35" name="Ink 34">
                <a:extLst>
                  <a:ext uri="{FF2B5EF4-FFF2-40B4-BE49-F238E27FC236}">
                    <a16:creationId xmlns:a16="http://schemas.microsoft.com/office/drawing/2014/main" id="{31FC5DD7-B5BE-D5E4-1137-009B8E705A79}"/>
                  </a:ext>
                </a:extLst>
              </p:cNvPr>
              <p:cNvPicPr/>
              <p:nvPr/>
            </p:nvPicPr>
            <p:blipFill>
              <a:blip r:embed="rId13"/>
              <a:stretch>
                <a:fillRect/>
              </a:stretch>
            </p:blipFill>
            <p:spPr>
              <a:xfrm>
                <a:off x="1409846" y="3575086"/>
                <a:ext cx="947520" cy="6174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73" name="Ink 72">
                <a:extLst>
                  <a:ext uri="{FF2B5EF4-FFF2-40B4-BE49-F238E27FC236}">
                    <a16:creationId xmlns:a16="http://schemas.microsoft.com/office/drawing/2014/main" id="{A5BA7572-4464-4141-AADB-5487F277EBED}"/>
                  </a:ext>
                </a:extLst>
              </p14:cNvPr>
              <p14:cNvContentPartPr/>
              <p14:nvPr/>
            </p14:nvContentPartPr>
            <p14:xfrm>
              <a:off x="1407025" y="2975138"/>
              <a:ext cx="946440" cy="599040"/>
            </p14:xfrm>
          </p:contentPart>
        </mc:Choice>
        <mc:Fallback xmlns="">
          <p:pic>
            <p:nvPicPr>
              <p:cNvPr id="73" name="Ink 72">
                <a:extLst>
                  <a:ext uri="{FF2B5EF4-FFF2-40B4-BE49-F238E27FC236}">
                    <a16:creationId xmlns:a16="http://schemas.microsoft.com/office/drawing/2014/main" id="{A5BA7572-4464-4141-AADB-5487F277EBED}"/>
                  </a:ext>
                </a:extLst>
              </p:cNvPr>
              <p:cNvPicPr/>
              <p:nvPr/>
            </p:nvPicPr>
            <p:blipFill>
              <a:blip r:embed="rId15"/>
              <a:stretch>
                <a:fillRect/>
              </a:stretch>
            </p:blipFill>
            <p:spPr>
              <a:xfrm>
                <a:off x="1400905" y="2969018"/>
                <a:ext cx="958680" cy="6112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75" name="Ink 74">
                <a:extLst>
                  <a:ext uri="{FF2B5EF4-FFF2-40B4-BE49-F238E27FC236}">
                    <a16:creationId xmlns:a16="http://schemas.microsoft.com/office/drawing/2014/main" id="{A363468E-57C3-1CC6-E612-DD7506E3477F}"/>
                  </a:ext>
                </a:extLst>
              </p14:cNvPr>
              <p14:cNvContentPartPr/>
              <p14:nvPr/>
            </p14:nvContentPartPr>
            <p14:xfrm>
              <a:off x="1266267" y="2978371"/>
              <a:ext cx="107280" cy="1226880"/>
            </p14:xfrm>
          </p:contentPart>
        </mc:Choice>
        <mc:Fallback xmlns="">
          <p:pic>
            <p:nvPicPr>
              <p:cNvPr id="75" name="Ink 74">
                <a:extLst>
                  <a:ext uri="{FF2B5EF4-FFF2-40B4-BE49-F238E27FC236}">
                    <a16:creationId xmlns:a16="http://schemas.microsoft.com/office/drawing/2014/main" id="{A363468E-57C3-1CC6-E612-DD7506E3477F}"/>
                  </a:ext>
                </a:extLst>
              </p:cNvPr>
              <p:cNvPicPr/>
              <p:nvPr/>
            </p:nvPicPr>
            <p:blipFill>
              <a:blip r:embed="rId17"/>
              <a:stretch>
                <a:fillRect/>
              </a:stretch>
            </p:blipFill>
            <p:spPr>
              <a:xfrm>
                <a:off x="1260147" y="2972251"/>
                <a:ext cx="119520" cy="123912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80" name="Ink 79">
                <a:extLst>
                  <a:ext uri="{FF2B5EF4-FFF2-40B4-BE49-F238E27FC236}">
                    <a16:creationId xmlns:a16="http://schemas.microsoft.com/office/drawing/2014/main" id="{59D3883E-D485-C76F-EC7E-BAC3776B80AF}"/>
                  </a:ext>
                </a:extLst>
              </p14:cNvPr>
              <p14:cNvContentPartPr/>
              <p14:nvPr/>
            </p14:nvContentPartPr>
            <p14:xfrm>
              <a:off x="940107" y="3451051"/>
              <a:ext cx="256680" cy="120960"/>
            </p14:xfrm>
          </p:contentPart>
        </mc:Choice>
        <mc:Fallback xmlns="">
          <p:pic>
            <p:nvPicPr>
              <p:cNvPr id="80" name="Ink 79">
                <a:extLst>
                  <a:ext uri="{FF2B5EF4-FFF2-40B4-BE49-F238E27FC236}">
                    <a16:creationId xmlns:a16="http://schemas.microsoft.com/office/drawing/2014/main" id="{59D3883E-D485-C76F-EC7E-BAC3776B80AF}"/>
                  </a:ext>
                </a:extLst>
              </p:cNvPr>
              <p:cNvPicPr/>
              <p:nvPr/>
            </p:nvPicPr>
            <p:blipFill>
              <a:blip r:embed="rId19"/>
              <a:stretch>
                <a:fillRect/>
              </a:stretch>
            </p:blipFill>
            <p:spPr>
              <a:xfrm>
                <a:off x="933987" y="3444931"/>
                <a:ext cx="268920" cy="1332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86" name="Ink 85">
                <a:extLst>
                  <a:ext uri="{FF2B5EF4-FFF2-40B4-BE49-F238E27FC236}">
                    <a16:creationId xmlns:a16="http://schemas.microsoft.com/office/drawing/2014/main" id="{01B2BF85-029C-ECAD-C475-FE20E4B2AB0D}"/>
                  </a:ext>
                </a:extLst>
              </p14:cNvPr>
              <p14:cNvContentPartPr/>
              <p14:nvPr/>
            </p14:nvContentPartPr>
            <p14:xfrm>
              <a:off x="1164387" y="3615211"/>
              <a:ext cx="101160" cy="619920"/>
            </p14:xfrm>
          </p:contentPart>
        </mc:Choice>
        <mc:Fallback xmlns="">
          <p:pic>
            <p:nvPicPr>
              <p:cNvPr id="86" name="Ink 85">
                <a:extLst>
                  <a:ext uri="{FF2B5EF4-FFF2-40B4-BE49-F238E27FC236}">
                    <a16:creationId xmlns:a16="http://schemas.microsoft.com/office/drawing/2014/main" id="{01B2BF85-029C-ECAD-C475-FE20E4B2AB0D}"/>
                  </a:ext>
                </a:extLst>
              </p:cNvPr>
              <p:cNvPicPr/>
              <p:nvPr/>
            </p:nvPicPr>
            <p:blipFill>
              <a:blip r:embed="rId21"/>
              <a:stretch>
                <a:fillRect/>
              </a:stretch>
            </p:blipFill>
            <p:spPr>
              <a:xfrm>
                <a:off x="1155387" y="3606571"/>
                <a:ext cx="118800" cy="63756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93" name="Ink 92">
                <a:extLst>
                  <a:ext uri="{FF2B5EF4-FFF2-40B4-BE49-F238E27FC236}">
                    <a16:creationId xmlns:a16="http://schemas.microsoft.com/office/drawing/2014/main" id="{19060237-B590-6E9D-8C9C-1DA78C4BA8E2}"/>
                  </a:ext>
                </a:extLst>
              </p14:cNvPr>
              <p14:cNvContentPartPr/>
              <p14:nvPr/>
            </p14:nvContentPartPr>
            <p14:xfrm>
              <a:off x="747967" y="3916011"/>
              <a:ext cx="334440" cy="141120"/>
            </p14:xfrm>
          </p:contentPart>
        </mc:Choice>
        <mc:Fallback xmlns="">
          <p:pic>
            <p:nvPicPr>
              <p:cNvPr id="93" name="Ink 92">
                <a:extLst>
                  <a:ext uri="{FF2B5EF4-FFF2-40B4-BE49-F238E27FC236}">
                    <a16:creationId xmlns:a16="http://schemas.microsoft.com/office/drawing/2014/main" id="{19060237-B590-6E9D-8C9C-1DA78C4BA8E2}"/>
                  </a:ext>
                </a:extLst>
              </p:cNvPr>
              <p:cNvPicPr/>
              <p:nvPr/>
            </p:nvPicPr>
            <p:blipFill>
              <a:blip r:embed="rId23"/>
              <a:stretch>
                <a:fillRect/>
              </a:stretch>
            </p:blipFill>
            <p:spPr>
              <a:xfrm>
                <a:off x="738967" y="3907371"/>
                <a:ext cx="352080" cy="15876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04" name="Ink 103">
                <a:extLst>
                  <a:ext uri="{FF2B5EF4-FFF2-40B4-BE49-F238E27FC236}">
                    <a16:creationId xmlns:a16="http://schemas.microsoft.com/office/drawing/2014/main" id="{5A9B7620-8D0B-CD8D-F89B-E11CD990F007}"/>
                  </a:ext>
                </a:extLst>
              </p14:cNvPr>
              <p14:cNvContentPartPr/>
              <p14:nvPr/>
            </p14:nvContentPartPr>
            <p14:xfrm>
              <a:off x="1399207" y="3611091"/>
              <a:ext cx="279720" cy="229320"/>
            </p14:xfrm>
          </p:contentPart>
        </mc:Choice>
        <mc:Fallback xmlns="">
          <p:pic>
            <p:nvPicPr>
              <p:cNvPr id="104" name="Ink 103">
                <a:extLst>
                  <a:ext uri="{FF2B5EF4-FFF2-40B4-BE49-F238E27FC236}">
                    <a16:creationId xmlns:a16="http://schemas.microsoft.com/office/drawing/2014/main" id="{5A9B7620-8D0B-CD8D-F89B-E11CD990F007}"/>
                  </a:ext>
                </a:extLst>
              </p:cNvPr>
              <p:cNvPicPr/>
              <p:nvPr/>
            </p:nvPicPr>
            <p:blipFill>
              <a:blip r:embed="rId25"/>
              <a:stretch>
                <a:fillRect/>
              </a:stretch>
            </p:blipFill>
            <p:spPr>
              <a:xfrm>
                <a:off x="1393087" y="3604961"/>
                <a:ext cx="291960" cy="241579"/>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08" name="Ink 107">
                <a:extLst>
                  <a:ext uri="{FF2B5EF4-FFF2-40B4-BE49-F238E27FC236}">
                    <a16:creationId xmlns:a16="http://schemas.microsoft.com/office/drawing/2014/main" id="{449578AF-68EE-BD56-C666-9E4D92E6F1C4}"/>
                  </a:ext>
                </a:extLst>
              </p14:cNvPr>
              <p14:cNvContentPartPr/>
              <p14:nvPr/>
            </p14:nvContentPartPr>
            <p14:xfrm>
              <a:off x="2043247" y="3611091"/>
              <a:ext cx="143640" cy="113760"/>
            </p14:xfrm>
          </p:contentPart>
        </mc:Choice>
        <mc:Fallback xmlns="">
          <p:pic>
            <p:nvPicPr>
              <p:cNvPr id="108" name="Ink 107">
                <a:extLst>
                  <a:ext uri="{FF2B5EF4-FFF2-40B4-BE49-F238E27FC236}">
                    <a16:creationId xmlns:a16="http://schemas.microsoft.com/office/drawing/2014/main" id="{449578AF-68EE-BD56-C666-9E4D92E6F1C4}"/>
                  </a:ext>
                </a:extLst>
              </p:cNvPr>
              <p:cNvPicPr/>
              <p:nvPr/>
            </p:nvPicPr>
            <p:blipFill>
              <a:blip r:embed="rId27"/>
              <a:stretch>
                <a:fillRect/>
              </a:stretch>
            </p:blipFill>
            <p:spPr>
              <a:xfrm>
                <a:off x="2034607" y="3602424"/>
                <a:ext cx="161280" cy="131456"/>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15" name="Ink 114">
                <a:extLst>
                  <a:ext uri="{FF2B5EF4-FFF2-40B4-BE49-F238E27FC236}">
                    <a16:creationId xmlns:a16="http://schemas.microsoft.com/office/drawing/2014/main" id="{EE1AE16A-81B0-75BC-4F93-E478A9DBB026}"/>
                  </a:ext>
                </a:extLst>
              </p14:cNvPr>
              <p14:cNvContentPartPr/>
              <p14:nvPr/>
            </p14:nvContentPartPr>
            <p14:xfrm>
              <a:off x="3481703" y="1518235"/>
              <a:ext cx="39960" cy="322066"/>
            </p14:xfrm>
          </p:contentPart>
        </mc:Choice>
        <mc:Fallback xmlns="">
          <p:pic>
            <p:nvPicPr>
              <p:cNvPr id="115" name="Ink 114">
                <a:extLst>
                  <a:ext uri="{FF2B5EF4-FFF2-40B4-BE49-F238E27FC236}">
                    <a16:creationId xmlns:a16="http://schemas.microsoft.com/office/drawing/2014/main" id="{EE1AE16A-81B0-75BC-4F93-E478A9DBB026}"/>
                  </a:ext>
                </a:extLst>
              </p:cNvPr>
              <p:cNvPicPr/>
              <p:nvPr/>
            </p:nvPicPr>
            <p:blipFill>
              <a:blip r:embed="rId29"/>
              <a:stretch>
                <a:fillRect/>
              </a:stretch>
            </p:blipFill>
            <p:spPr>
              <a:xfrm>
                <a:off x="3475583" y="1512124"/>
                <a:ext cx="52200" cy="334287"/>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16" name="Ink 115">
                <a:extLst>
                  <a:ext uri="{FF2B5EF4-FFF2-40B4-BE49-F238E27FC236}">
                    <a16:creationId xmlns:a16="http://schemas.microsoft.com/office/drawing/2014/main" id="{A91F9B9A-FE7D-0214-6EDD-48327495896D}"/>
                  </a:ext>
                </a:extLst>
              </p14:cNvPr>
              <p14:cNvContentPartPr/>
              <p14:nvPr/>
            </p14:nvContentPartPr>
            <p14:xfrm>
              <a:off x="1396971" y="3327331"/>
              <a:ext cx="968040" cy="219600"/>
            </p14:xfrm>
          </p:contentPart>
        </mc:Choice>
        <mc:Fallback xmlns="">
          <p:pic>
            <p:nvPicPr>
              <p:cNvPr id="116" name="Ink 115">
                <a:extLst>
                  <a:ext uri="{FF2B5EF4-FFF2-40B4-BE49-F238E27FC236}">
                    <a16:creationId xmlns:a16="http://schemas.microsoft.com/office/drawing/2014/main" id="{A91F9B9A-FE7D-0214-6EDD-48327495896D}"/>
                  </a:ext>
                </a:extLst>
              </p:cNvPr>
              <p:cNvPicPr/>
              <p:nvPr/>
            </p:nvPicPr>
            <p:blipFill>
              <a:blip r:embed="rId31"/>
              <a:stretch>
                <a:fillRect/>
              </a:stretch>
            </p:blipFill>
            <p:spPr>
              <a:xfrm>
                <a:off x="1390851" y="3321211"/>
                <a:ext cx="980280" cy="23184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22" name="Ink 121">
                <a:extLst>
                  <a:ext uri="{FF2B5EF4-FFF2-40B4-BE49-F238E27FC236}">
                    <a16:creationId xmlns:a16="http://schemas.microsoft.com/office/drawing/2014/main" id="{5EA327F0-694B-06B5-C4FC-377F507A21AF}"/>
                  </a:ext>
                </a:extLst>
              </p14:cNvPr>
              <p14:cNvContentPartPr/>
              <p14:nvPr/>
            </p14:nvContentPartPr>
            <p14:xfrm>
              <a:off x="3371903" y="1506185"/>
              <a:ext cx="562680" cy="330099"/>
            </p14:xfrm>
          </p:contentPart>
        </mc:Choice>
        <mc:Fallback xmlns="">
          <p:pic>
            <p:nvPicPr>
              <p:cNvPr id="122" name="Ink 121">
                <a:extLst>
                  <a:ext uri="{FF2B5EF4-FFF2-40B4-BE49-F238E27FC236}">
                    <a16:creationId xmlns:a16="http://schemas.microsoft.com/office/drawing/2014/main" id="{5EA327F0-694B-06B5-C4FC-377F507A21AF}"/>
                  </a:ext>
                </a:extLst>
              </p:cNvPr>
              <p:cNvPicPr/>
              <p:nvPr/>
            </p:nvPicPr>
            <p:blipFill>
              <a:blip r:embed="rId33"/>
              <a:stretch>
                <a:fillRect/>
              </a:stretch>
            </p:blipFill>
            <p:spPr>
              <a:xfrm>
                <a:off x="3365783" y="1500065"/>
                <a:ext cx="574920" cy="342338"/>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125" name="Ink 124">
                <a:extLst>
                  <a:ext uri="{FF2B5EF4-FFF2-40B4-BE49-F238E27FC236}">
                    <a16:creationId xmlns:a16="http://schemas.microsoft.com/office/drawing/2014/main" id="{1B06A6A0-98F4-3371-7D44-703E6DD11D4E}"/>
                  </a:ext>
                </a:extLst>
              </p14:cNvPr>
              <p14:cNvContentPartPr/>
              <p14:nvPr/>
            </p14:nvContentPartPr>
            <p14:xfrm>
              <a:off x="4039703" y="1430598"/>
              <a:ext cx="546480" cy="454252"/>
            </p14:xfrm>
          </p:contentPart>
        </mc:Choice>
        <mc:Fallback xmlns="">
          <p:pic>
            <p:nvPicPr>
              <p:cNvPr id="125" name="Ink 124">
                <a:extLst>
                  <a:ext uri="{FF2B5EF4-FFF2-40B4-BE49-F238E27FC236}">
                    <a16:creationId xmlns:a16="http://schemas.microsoft.com/office/drawing/2014/main" id="{1B06A6A0-98F4-3371-7D44-703E6DD11D4E}"/>
                  </a:ext>
                </a:extLst>
              </p:cNvPr>
              <p:cNvPicPr/>
              <p:nvPr/>
            </p:nvPicPr>
            <p:blipFill>
              <a:blip r:embed="rId35"/>
              <a:stretch>
                <a:fillRect/>
              </a:stretch>
            </p:blipFill>
            <p:spPr>
              <a:xfrm>
                <a:off x="4033583" y="1424479"/>
                <a:ext cx="558720" cy="46649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126" name="Ink 125">
                <a:extLst>
                  <a:ext uri="{FF2B5EF4-FFF2-40B4-BE49-F238E27FC236}">
                    <a16:creationId xmlns:a16="http://schemas.microsoft.com/office/drawing/2014/main" id="{87965024-2219-8261-CAE2-D878371EC125}"/>
                  </a:ext>
                </a:extLst>
              </p14:cNvPr>
              <p14:cNvContentPartPr/>
              <p14:nvPr/>
            </p14:nvContentPartPr>
            <p14:xfrm>
              <a:off x="4777703" y="1702273"/>
              <a:ext cx="66240" cy="4747"/>
            </p14:xfrm>
          </p:contentPart>
        </mc:Choice>
        <mc:Fallback xmlns="">
          <p:pic>
            <p:nvPicPr>
              <p:cNvPr id="126" name="Ink 125">
                <a:extLst>
                  <a:ext uri="{FF2B5EF4-FFF2-40B4-BE49-F238E27FC236}">
                    <a16:creationId xmlns:a16="http://schemas.microsoft.com/office/drawing/2014/main" id="{87965024-2219-8261-CAE2-D878371EC125}"/>
                  </a:ext>
                </a:extLst>
              </p:cNvPr>
              <p:cNvPicPr/>
              <p:nvPr/>
            </p:nvPicPr>
            <p:blipFill>
              <a:blip r:embed="rId37"/>
              <a:stretch>
                <a:fillRect/>
              </a:stretch>
            </p:blipFill>
            <p:spPr>
              <a:xfrm>
                <a:off x="4771583" y="1696065"/>
                <a:ext cx="78480" cy="17162"/>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127" name="Ink 126">
                <a:extLst>
                  <a:ext uri="{FF2B5EF4-FFF2-40B4-BE49-F238E27FC236}">
                    <a16:creationId xmlns:a16="http://schemas.microsoft.com/office/drawing/2014/main" id="{91080E5C-A250-DF03-F8BE-8327824C68B9}"/>
                  </a:ext>
                </a:extLst>
              </p14:cNvPr>
              <p14:cNvContentPartPr/>
              <p14:nvPr/>
            </p14:nvContentPartPr>
            <p14:xfrm>
              <a:off x="4782023" y="1644578"/>
              <a:ext cx="88200" cy="365"/>
            </p14:xfrm>
          </p:contentPart>
        </mc:Choice>
        <mc:Fallback xmlns="">
          <p:pic>
            <p:nvPicPr>
              <p:cNvPr id="127" name="Ink 126">
                <a:extLst>
                  <a:ext uri="{FF2B5EF4-FFF2-40B4-BE49-F238E27FC236}">
                    <a16:creationId xmlns:a16="http://schemas.microsoft.com/office/drawing/2014/main" id="{91080E5C-A250-DF03-F8BE-8327824C68B9}"/>
                  </a:ext>
                </a:extLst>
              </p:cNvPr>
              <p:cNvPicPr/>
              <p:nvPr/>
            </p:nvPicPr>
            <p:blipFill>
              <a:blip r:embed="rId39"/>
              <a:stretch>
                <a:fillRect/>
              </a:stretch>
            </p:blipFill>
            <p:spPr>
              <a:xfrm>
                <a:off x="4775903" y="1638373"/>
                <a:ext cx="100440" cy="12775"/>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137" name="Ink 136">
                <a:extLst>
                  <a:ext uri="{FF2B5EF4-FFF2-40B4-BE49-F238E27FC236}">
                    <a16:creationId xmlns:a16="http://schemas.microsoft.com/office/drawing/2014/main" id="{58268E3C-4879-41CC-F0E0-9436D1283410}"/>
                  </a:ext>
                </a:extLst>
              </p14:cNvPr>
              <p14:cNvContentPartPr/>
              <p14:nvPr/>
            </p14:nvContentPartPr>
            <p14:xfrm>
              <a:off x="5045903" y="1394813"/>
              <a:ext cx="444240" cy="486020"/>
            </p14:xfrm>
          </p:contentPart>
        </mc:Choice>
        <mc:Fallback xmlns="">
          <p:pic>
            <p:nvPicPr>
              <p:cNvPr id="137" name="Ink 136">
                <a:extLst>
                  <a:ext uri="{FF2B5EF4-FFF2-40B4-BE49-F238E27FC236}">
                    <a16:creationId xmlns:a16="http://schemas.microsoft.com/office/drawing/2014/main" id="{58268E3C-4879-41CC-F0E0-9436D1283410}"/>
                  </a:ext>
                </a:extLst>
              </p:cNvPr>
              <p:cNvPicPr/>
              <p:nvPr/>
            </p:nvPicPr>
            <p:blipFill>
              <a:blip r:embed="rId41"/>
              <a:stretch>
                <a:fillRect/>
              </a:stretch>
            </p:blipFill>
            <p:spPr>
              <a:xfrm>
                <a:off x="5039783" y="1388693"/>
                <a:ext cx="456480" cy="498261"/>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138" name="Ink 137">
                <a:extLst>
                  <a:ext uri="{FF2B5EF4-FFF2-40B4-BE49-F238E27FC236}">
                    <a16:creationId xmlns:a16="http://schemas.microsoft.com/office/drawing/2014/main" id="{7959D858-BEFB-8505-A67F-7034C5A04494}"/>
                  </a:ext>
                </a:extLst>
              </p14:cNvPr>
              <p14:cNvContentPartPr/>
              <p14:nvPr/>
            </p14:nvContentPartPr>
            <p14:xfrm>
              <a:off x="5353343" y="1786988"/>
              <a:ext cx="57600" cy="89463"/>
            </p14:xfrm>
          </p:contentPart>
        </mc:Choice>
        <mc:Fallback xmlns="">
          <p:pic>
            <p:nvPicPr>
              <p:cNvPr id="138" name="Ink 137">
                <a:extLst>
                  <a:ext uri="{FF2B5EF4-FFF2-40B4-BE49-F238E27FC236}">
                    <a16:creationId xmlns:a16="http://schemas.microsoft.com/office/drawing/2014/main" id="{7959D858-BEFB-8505-A67F-7034C5A04494}"/>
                  </a:ext>
                </a:extLst>
              </p:cNvPr>
              <p:cNvPicPr/>
              <p:nvPr/>
            </p:nvPicPr>
            <p:blipFill>
              <a:blip r:embed="rId43"/>
              <a:stretch>
                <a:fillRect/>
              </a:stretch>
            </p:blipFill>
            <p:spPr>
              <a:xfrm>
                <a:off x="5347223" y="1780880"/>
                <a:ext cx="69840" cy="101679"/>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142" name="Ink 141">
                <a:extLst>
                  <a:ext uri="{FF2B5EF4-FFF2-40B4-BE49-F238E27FC236}">
                    <a16:creationId xmlns:a16="http://schemas.microsoft.com/office/drawing/2014/main" id="{02B10D37-D324-F443-D205-D5F78819F27F}"/>
                  </a:ext>
                </a:extLst>
              </p14:cNvPr>
              <p14:cNvContentPartPr/>
              <p14:nvPr/>
            </p14:nvContentPartPr>
            <p14:xfrm>
              <a:off x="5661143" y="1550734"/>
              <a:ext cx="96480" cy="9129"/>
            </p14:xfrm>
          </p:contentPart>
        </mc:Choice>
        <mc:Fallback xmlns="">
          <p:pic>
            <p:nvPicPr>
              <p:cNvPr id="142" name="Ink 141">
                <a:extLst>
                  <a:ext uri="{FF2B5EF4-FFF2-40B4-BE49-F238E27FC236}">
                    <a16:creationId xmlns:a16="http://schemas.microsoft.com/office/drawing/2014/main" id="{02B10D37-D324-F443-D205-D5F78819F27F}"/>
                  </a:ext>
                </a:extLst>
              </p:cNvPr>
              <p:cNvPicPr/>
              <p:nvPr/>
            </p:nvPicPr>
            <p:blipFill>
              <a:blip r:embed="rId45"/>
              <a:stretch>
                <a:fillRect/>
              </a:stretch>
            </p:blipFill>
            <p:spPr>
              <a:xfrm>
                <a:off x="5655023" y="1544765"/>
                <a:ext cx="108720" cy="21067"/>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143" name="Ink 142">
                <a:extLst>
                  <a:ext uri="{FF2B5EF4-FFF2-40B4-BE49-F238E27FC236}">
                    <a16:creationId xmlns:a16="http://schemas.microsoft.com/office/drawing/2014/main" id="{C32378EF-E727-DD08-808F-B116DF2B9FC5}"/>
                  </a:ext>
                </a:extLst>
              </p14:cNvPr>
              <p14:cNvContentPartPr/>
              <p14:nvPr/>
            </p14:nvContentPartPr>
            <p14:xfrm>
              <a:off x="5660783" y="1648960"/>
              <a:ext cx="96840" cy="4747"/>
            </p14:xfrm>
          </p:contentPart>
        </mc:Choice>
        <mc:Fallback xmlns="">
          <p:pic>
            <p:nvPicPr>
              <p:cNvPr id="143" name="Ink 142">
                <a:extLst>
                  <a:ext uri="{FF2B5EF4-FFF2-40B4-BE49-F238E27FC236}">
                    <a16:creationId xmlns:a16="http://schemas.microsoft.com/office/drawing/2014/main" id="{C32378EF-E727-DD08-808F-B116DF2B9FC5}"/>
                  </a:ext>
                </a:extLst>
              </p:cNvPr>
              <p:cNvPicPr/>
              <p:nvPr/>
            </p:nvPicPr>
            <p:blipFill>
              <a:blip r:embed="rId47"/>
              <a:stretch>
                <a:fillRect/>
              </a:stretch>
            </p:blipFill>
            <p:spPr>
              <a:xfrm>
                <a:off x="5654663" y="1642752"/>
                <a:ext cx="109080" cy="17162"/>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147" name="Ink 146">
                <a:extLst>
                  <a:ext uri="{FF2B5EF4-FFF2-40B4-BE49-F238E27FC236}">
                    <a16:creationId xmlns:a16="http://schemas.microsoft.com/office/drawing/2014/main" id="{E9493AB1-898F-74C5-B6B7-788F36DBF301}"/>
                  </a:ext>
                </a:extLst>
              </p14:cNvPr>
              <p14:cNvContentPartPr/>
              <p14:nvPr/>
            </p14:nvContentPartPr>
            <p14:xfrm>
              <a:off x="5928623" y="1555233"/>
              <a:ext cx="189360" cy="18360"/>
            </p14:xfrm>
          </p:contentPart>
        </mc:Choice>
        <mc:Fallback xmlns="">
          <p:pic>
            <p:nvPicPr>
              <p:cNvPr id="147" name="Ink 146">
                <a:extLst>
                  <a:ext uri="{FF2B5EF4-FFF2-40B4-BE49-F238E27FC236}">
                    <a16:creationId xmlns:a16="http://schemas.microsoft.com/office/drawing/2014/main" id="{E9493AB1-898F-74C5-B6B7-788F36DBF301}"/>
                  </a:ext>
                </a:extLst>
              </p:cNvPr>
              <p:cNvPicPr/>
              <p:nvPr/>
            </p:nvPicPr>
            <p:blipFill>
              <a:blip r:embed="rId49"/>
              <a:stretch>
                <a:fillRect/>
              </a:stretch>
            </p:blipFill>
            <p:spPr>
              <a:xfrm>
                <a:off x="5922503" y="1549113"/>
                <a:ext cx="201600" cy="3060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155" name="Ink 154">
                <a:extLst>
                  <a:ext uri="{FF2B5EF4-FFF2-40B4-BE49-F238E27FC236}">
                    <a16:creationId xmlns:a16="http://schemas.microsoft.com/office/drawing/2014/main" id="{B3993C51-2C40-5C92-D530-D1678D451663}"/>
                  </a:ext>
                </a:extLst>
              </p14:cNvPr>
              <p14:cNvContentPartPr/>
              <p14:nvPr/>
            </p14:nvContentPartPr>
            <p14:xfrm>
              <a:off x="3602303" y="2420165"/>
              <a:ext cx="398160" cy="257799"/>
            </p14:xfrm>
          </p:contentPart>
        </mc:Choice>
        <mc:Fallback xmlns="">
          <p:pic>
            <p:nvPicPr>
              <p:cNvPr id="155" name="Ink 154">
                <a:extLst>
                  <a:ext uri="{FF2B5EF4-FFF2-40B4-BE49-F238E27FC236}">
                    <a16:creationId xmlns:a16="http://schemas.microsoft.com/office/drawing/2014/main" id="{B3993C51-2C40-5C92-D530-D1678D451663}"/>
                  </a:ext>
                </a:extLst>
              </p:cNvPr>
              <p:cNvPicPr/>
              <p:nvPr/>
            </p:nvPicPr>
            <p:blipFill>
              <a:blip r:embed="rId51"/>
              <a:stretch>
                <a:fillRect/>
              </a:stretch>
            </p:blipFill>
            <p:spPr>
              <a:xfrm>
                <a:off x="3596183" y="2414044"/>
                <a:ext cx="410400" cy="270041"/>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159" name="Ink 158">
                <a:extLst>
                  <a:ext uri="{FF2B5EF4-FFF2-40B4-BE49-F238E27FC236}">
                    <a16:creationId xmlns:a16="http://schemas.microsoft.com/office/drawing/2014/main" id="{5A05FD8D-CC40-2BB2-B834-D4F647BA401B}"/>
                  </a:ext>
                </a:extLst>
              </p14:cNvPr>
              <p14:cNvContentPartPr/>
              <p14:nvPr/>
            </p14:nvContentPartPr>
            <p14:xfrm>
              <a:off x="3222503" y="2486989"/>
              <a:ext cx="316440" cy="138393"/>
            </p14:xfrm>
          </p:contentPart>
        </mc:Choice>
        <mc:Fallback xmlns="">
          <p:pic>
            <p:nvPicPr>
              <p:cNvPr id="159" name="Ink 158">
                <a:extLst>
                  <a:ext uri="{FF2B5EF4-FFF2-40B4-BE49-F238E27FC236}">
                    <a16:creationId xmlns:a16="http://schemas.microsoft.com/office/drawing/2014/main" id="{5A05FD8D-CC40-2BB2-B834-D4F647BA401B}"/>
                  </a:ext>
                </a:extLst>
              </p:cNvPr>
              <p:cNvPicPr/>
              <p:nvPr/>
            </p:nvPicPr>
            <p:blipFill>
              <a:blip r:embed="rId53"/>
              <a:stretch>
                <a:fillRect/>
              </a:stretch>
            </p:blipFill>
            <p:spPr>
              <a:xfrm>
                <a:off x="3216390" y="2480846"/>
                <a:ext cx="328666" cy="150679"/>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166" name="Ink 165">
                <a:extLst>
                  <a:ext uri="{FF2B5EF4-FFF2-40B4-BE49-F238E27FC236}">
                    <a16:creationId xmlns:a16="http://schemas.microsoft.com/office/drawing/2014/main" id="{A2C3E3DD-B614-1704-8D72-4B071928A421}"/>
                  </a:ext>
                </a:extLst>
              </p14:cNvPr>
              <p14:cNvContentPartPr/>
              <p14:nvPr/>
            </p14:nvContentPartPr>
            <p14:xfrm>
              <a:off x="4158143" y="2299665"/>
              <a:ext cx="523080" cy="468360"/>
            </p14:xfrm>
          </p:contentPart>
        </mc:Choice>
        <mc:Fallback xmlns="">
          <p:pic>
            <p:nvPicPr>
              <p:cNvPr id="166" name="Ink 165">
                <a:extLst>
                  <a:ext uri="{FF2B5EF4-FFF2-40B4-BE49-F238E27FC236}">
                    <a16:creationId xmlns:a16="http://schemas.microsoft.com/office/drawing/2014/main" id="{A2C3E3DD-B614-1704-8D72-4B071928A421}"/>
                  </a:ext>
                </a:extLst>
              </p:cNvPr>
              <p:cNvPicPr/>
              <p:nvPr/>
            </p:nvPicPr>
            <p:blipFill>
              <a:blip r:embed="rId55"/>
              <a:stretch>
                <a:fillRect/>
              </a:stretch>
            </p:blipFill>
            <p:spPr>
              <a:xfrm>
                <a:off x="4152023" y="2293545"/>
                <a:ext cx="535320" cy="48060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175" name="Ink 174">
                <a:extLst>
                  <a:ext uri="{FF2B5EF4-FFF2-40B4-BE49-F238E27FC236}">
                    <a16:creationId xmlns:a16="http://schemas.microsoft.com/office/drawing/2014/main" id="{747CFBD8-7A02-3EDC-EAFE-B3CB4A5662B8}"/>
                  </a:ext>
                </a:extLst>
              </p14:cNvPr>
              <p14:cNvContentPartPr/>
              <p14:nvPr/>
            </p14:nvContentPartPr>
            <p14:xfrm>
              <a:off x="4901183" y="2477860"/>
              <a:ext cx="122760" cy="80699"/>
            </p14:xfrm>
          </p:contentPart>
        </mc:Choice>
        <mc:Fallback xmlns="">
          <p:pic>
            <p:nvPicPr>
              <p:cNvPr id="175" name="Ink 174">
                <a:extLst>
                  <a:ext uri="{FF2B5EF4-FFF2-40B4-BE49-F238E27FC236}">
                    <a16:creationId xmlns:a16="http://schemas.microsoft.com/office/drawing/2014/main" id="{747CFBD8-7A02-3EDC-EAFE-B3CB4A5662B8}"/>
                  </a:ext>
                </a:extLst>
              </p:cNvPr>
              <p:cNvPicPr/>
              <p:nvPr/>
            </p:nvPicPr>
            <p:blipFill>
              <a:blip r:embed="rId57"/>
              <a:stretch>
                <a:fillRect/>
              </a:stretch>
            </p:blipFill>
            <p:spPr>
              <a:xfrm>
                <a:off x="4895063" y="2471736"/>
                <a:ext cx="135000" cy="92948"/>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185" name="Ink 184">
                <a:extLst>
                  <a:ext uri="{FF2B5EF4-FFF2-40B4-BE49-F238E27FC236}">
                    <a16:creationId xmlns:a16="http://schemas.microsoft.com/office/drawing/2014/main" id="{61EEBAD5-3316-243C-CEDB-F8A41D62D6F9}"/>
                  </a:ext>
                </a:extLst>
              </p14:cNvPr>
              <p14:cNvContentPartPr/>
              <p14:nvPr/>
            </p14:nvContentPartPr>
            <p14:xfrm>
              <a:off x="8060521" y="1527667"/>
              <a:ext cx="92520" cy="108000"/>
            </p14:xfrm>
          </p:contentPart>
        </mc:Choice>
        <mc:Fallback xmlns="">
          <p:pic>
            <p:nvPicPr>
              <p:cNvPr id="185" name="Ink 184">
                <a:extLst>
                  <a:ext uri="{FF2B5EF4-FFF2-40B4-BE49-F238E27FC236}">
                    <a16:creationId xmlns:a16="http://schemas.microsoft.com/office/drawing/2014/main" id="{61EEBAD5-3316-243C-CEDB-F8A41D62D6F9}"/>
                  </a:ext>
                </a:extLst>
              </p:cNvPr>
              <p:cNvPicPr/>
              <p:nvPr/>
            </p:nvPicPr>
            <p:blipFill>
              <a:blip r:embed="rId59"/>
              <a:stretch>
                <a:fillRect/>
              </a:stretch>
            </p:blipFill>
            <p:spPr>
              <a:xfrm>
                <a:off x="8054401" y="1521547"/>
                <a:ext cx="104760" cy="12024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190" name="Ink 189">
                <a:extLst>
                  <a:ext uri="{FF2B5EF4-FFF2-40B4-BE49-F238E27FC236}">
                    <a16:creationId xmlns:a16="http://schemas.microsoft.com/office/drawing/2014/main" id="{5A7FFF61-01FB-0809-FEB9-1EF9CC591153}"/>
                  </a:ext>
                </a:extLst>
              </p14:cNvPr>
              <p14:cNvContentPartPr/>
              <p14:nvPr/>
            </p14:nvContentPartPr>
            <p14:xfrm>
              <a:off x="6906001" y="2179627"/>
              <a:ext cx="568440" cy="369360"/>
            </p14:xfrm>
          </p:contentPart>
        </mc:Choice>
        <mc:Fallback xmlns="">
          <p:pic>
            <p:nvPicPr>
              <p:cNvPr id="190" name="Ink 189">
                <a:extLst>
                  <a:ext uri="{FF2B5EF4-FFF2-40B4-BE49-F238E27FC236}">
                    <a16:creationId xmlns:a16="http://schemas.microsoft.com/office/drawing/2014/main" id="{5A7FFF61-01FB-0809-FEB9-1EF9CC591153}"/>
                  </a:ext>
                </a:extLst>
              </p:cNvPr>
              <p:cNvPicPr/>
              <p:nvPr/>
            </p:nvPicPr>
            <p:blipFill>
              <a:blip r:embed="rId61"/>
              <a:stretch>
                <a:fillRect/>
              </a:stretch>
            </p:blipFill>
            <p:spPr>
              <a:xfrm>
                <a:off x="6899881" y="2173513"/>
                <a:ext cx="580680" cy="381588"/>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191" name="Ink 190">
                <a:extLst>
                  <a:ext uri="{FF2B5EF4-FFF2-40B4-BE49-F238E27FC236}">
                    <a16:creationId xmlns:a16="http://schemas.microsoft.com/office/drawing/2014/main" id="{272C27E9-8F6A-2F44-0472-78FA6C35FF91}"/>
                  </a:ext>
                </a:extLst>
              </p14:cNvPr>
              <p14:cNvContentPartPr/>
              <p14:nvPr/>
            </p14:nvContentPartPr>
            <p14:xfrm>
              <a:off x="7611601" y="2371147"/>
              <a:ext cx="84240" cy="13320"/>
            </p14:xfrm>
          </p:contentPart>
        </mc:Choice>
        <mc:Fallback xmlns="">
          <p:pic>
            <p:nvPicPr>
              <p:cNvPr id="191" name="Ink 190">
                <a:extLst>
                  <a:ext uri="{FF2B5EF4-FFF2-40B4-BE49-F238E27FC236}">
                    <a16:creationId xmlns:a16="http://schemas.microsoft.com/office/drawing/2014/main" id="{272C27E9-8F6A-2F44-0472-78FA6C35FF91}"/>
                  </a:ext>
                </a:extLst>
              </p:cNvPr>
              <p:cNvPicPr/>
              <p:nvPr/>
            </p:nvPicPr>
            <p:blipFill>
              <a:blip r:embed="rId63"/>
              <a:stretch>
                <a:fillRect/>
              </a:stretch>
            </p:blipFill>
            <p:spPr>
              <a:xfrm>
                <a:off x="7605481" y="2365027"/>
                <a:ext cx="96480" cy="2556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192" name="Ink 191">
                <a:extLst>
                  <a:ext uri="{FF2B5EF4-FFF2-40B4-BE49-F238E27FC236}">
                    <a16:creationId xmlns:a16="http://schemas.microsoft.com/office/drawing/2014/main" id="{31277639-DEC5-F8AB-C8E5-DCD29442B72D}"/>
                  </a:ext>
                </a:extLst>
              </p14:cNvPr>
              <p14:cNvContentPartPr/>
              <p14:nvPr/>
            </p14:nvContentPartPr>
            <p14:xfrm>
              <a:off x="7615201" y="2300587"/>
              <a:ext cx="70920" cy="10440"/>
            </p14:xfrm>
          </p:contentPart>
        </mc:Choice>
        <mc:Fallback xmlns="">
          <p:pic>
            <p:nvPicPr>
              <p:cNvPr id="192" name="Ink 191">
                <a:extLst>
                  <a:ext uri="{FF2B5EF4-FFF2-40B4-BE49-F238E27FC236}">
                    <a16:creationId xmlns:a16="http://schemas.microsoft.com/office/drawing/2014/main" id="{31277639-DEC5-F8AB-C8E5-DCD29442B72D}"/>
                  </a:ext>
                </a:extLst>
              </p:cNvPr>
              <p:cNvPicPr/>
              <p:nvPr/>
            </p:nvPicPr>
            <p:blipFill>
              <a:blip r:embed="rId65"/>
              <a:stretch>
                <a:fillRect/>
              </a:stretch>
            </p:blipFill>
            <p:spPr>
              <a:xfrm>
                <a:off x="7609081" y="2294467"/>
                <a:ext cx="83160" cy="22680"/>
              </a:xfrm>
              <a:prstGeom prst="rect">
                <a:avLst/>
              </a:prstGeom>
            </p:spPr>
          </p:pic>
        </mc:Fallback>
      </mc:AlternateContent>
      <p:sp>
        <p:nvSpPr>
          <p:cNvPr id="202" name="TextBox 201">
            <a:extLst>
              <a:ext uri="{FF2B5EF4-FFF2-40B4-BE49-F238E27FC236}">
                <a16:creationId xmlns:a16="http://schemas.microsoft.com/office/drawing/2014/main" id="{D0D165D2-2C34-05C8-D481-0C8B4D9A8D6D}"/>
              </a:ext>
            </a:extLst>
          </p:cNvPr>
          <p:cNvSpPr txBox="1"/>
          <p:nvPr/>
        </p:nvSpPr>
        <p:spPr>
          <a:xfrm>
            <a:off x="2637010" y="3825650"/>
            <a:ext cx="5856486" cy="1754326"/>
          </a:xfrm>
          <a:prstGeom prst="rect">
            <a:avLst/>
          </a:prstGeom>
          <a:noFill/>
        </p:spPr>
        <p:txBody>
          <a:bodyPr wrap="square" rtlCol="0">
            <a:spAutoFit/>
          </a:bodyPr>
          <a:lstStyle/>
          <a:p>
            <a:pPr algn="l"/>
            <a:r>
              <a:rPr lang="en-US" dirty="0"/>
              <a:t>To find the vertical FOV, I took the measurements from my testing again and labeled the triangle. After this, I used arctan with the side lengths to find one half of the angle. This was the same process I used before. I then multiplied this angle by 2 to find the total vertical FOV of my camera which ended up being 34.4 degrees.</a:t>
            </a:r>
          </a:p>
        </p:txBody>
      </p:sp>
      <mc:AlternateContent xmlns:mc="http://schemas.openxmlformats.org/markup-compatibility/2006" xmlns:p14="http://schemas.microsoft.com/office/powerpoint/2010/main">
        <mc:Choice Requires="p14">
          <p:contentPart p14:bwMode="auto" r:id="rId66">
            <p14:nvContentPartPr>
              <p14:cNvPr id="205" name="Ink 204">
                <a:extLst>
                  <a:ext uri="{FF2B5EF4-FFF2-40B4-BE49-F238E27FC236}">
                    <a16:creationId xmlns:a16="http://schemas.microsoft.com/office/drawing/2014/main" id="{F9EE29E9-D89D-AC0D-40CE-275550882531}"/>
                  </a:ext>
                </a:extLst>
              </p14:cNvPr>
              <p14:cNvContentPartPr/>
              <p14:nvPr/>
            </p14:nvContentPartPr>
            <p14:xfrm>
              <a:off x="4236640" y="1506738"/>
              <a:ext cx="95760" cy="254160"/>
            </p14:xfrm>
          </p:contentPart>
        </mc:Choice>
        <mc:Fallback xmlns="">
          <p:pic>
            <p:nvPicPr>
              <p:cNvPr id="205" name="Ink 204">
                <a:extLst>
                  <a:ext uri="{FF2B5EF4-FFF2-40B4-BE49-F238E27FC236}">
                    <a16:creationId xmlns:a16="http://schemas.microsoft.com/office/drawing/2014/main" id="{F9EE29E9-D89D-AC0D-40CE-275550882531}"/>
                  </a:ext>
                </a:extLst>
              </p:cNvPr>
              <p:cNvPicPr/>
              <p:nvPr/>
            </p:nvPicPr>
            <p:blipFill>
              <a:blip r:embed="rId67"/>
              <a:stretch>
                <a:fillRect/>
              </a:stretch>
            </p:blipFill>
            <p:spPr>
              <a:xfrm>
                <a:off x="4227640" y="1498086"/>
                <a:ext cx="113400" cy="271825"/>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208" name="Ink 207">
                <a:extLst>
                  <a:ext uri="{FF2B5EF4-FFF2-40B4-BE49-F238E27FC236}">
                    <a16:creationId xmlns:a16="http://schemas.microsoft.com/office/drawing/2014/main" id="{4B7B0FAB-4305-F2E6-D3E2-30C1A87CB47C}"/>
                  </a:ext>
                </a:extLst>
              </p14:cNvPr>
              <p14:cNvContentPartPr/>
              <p14:nvPr/>
            </p14:nvContentPartPr>
            <p14:xfrm>
              <a:off x="2836240" y="2473338"/>
              <a:ext cx="70200" cy="206280"/>
            </p14:xfrm>
          </p:contentPart>
        </mc:Choice>
        <mc:Fallback xmlns="">
          <p:pic>
            <p:nvPicPr>
              <p:cNvPr id="208" name="Ink 207">
                <a:extLst>
                  <a:ext uri="{FF2B5EF4-FFF2-40B4-BE49-F238E27FC236}">
                    <a16:creationId xmlns:a16="http://schemas.microsoft.com/office/drawing/2014/main" id="{4B7B0FAB-4305-F2E6-D3E2-30C1A87CB47C}"/>
                  </a:ext>
                </a:extLst>
              </p:cNvPr>
              <p:cNvPicPr/>
              <p:nvPr/>
            </p:nvPicPr>
            <p:blipFill>
              <a:blip r:embed="rId69"/>
              <a:stretch>
                <a:fillRect/>
              </a:stretch>
            </p:blipFill>
            <p:spPr>
              <a:xfrm>
                <a:off x="2827240" y="2464698"/>
                <a:ext cx="87840" cy="22392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211" name="Ink 210">
                <a:extLst>
                  <a:ext uri="{FF2B5EF4-FFF2-40B4-BE49-F238E27FC236}">
                    <a16:creationId xmlns:a16="http://schemas.microsoft.com/office/drawing/2014/main" id="{6FBC7E70-6E23-ECF5-0D51-6ECD65630E13}"/>
                  </a:ext>
                </a:extLst>
              </p14:cNvPr>
              <p14:cNvContentPartPr/>
              <p14:nvPr/>
            </p14:nvContentPartPr>
            <p14:xfrm>
              <a:off x="3038200" y="2550738"/>
              <a:ext cx="48240" cy="59040"/>
            </p14:xfrm>
          </p:contentPart>
        </mc:Choice>
        <mc:Fallback xmlns="">
          <p:pic>
            <p:nvPicPr>
              <p:cNvPr id="211" name="Ink 210">
                <a:extLst>
                  <a:ext uri="{FF2B5EF4-FFF2-40B4-BE49-F238E27FC236}">
                    <a16:creationId xmlns:a16="http://schemas.microsoft.com/office/drawing/2014/main" id="{6FBC7E70-6E23-ECF5-0D51-6ECD65630E13}"/>
                  </a:ext>
                </a:extLst>
              </p:cNvPr>
              <p:cNvPicPr/>
              <p:nvPr/>
            </p:nvPicPr>
            <p:blipFill>
              <a:blip r:embed="rId71"/>
              <a:stretch>
                <a:fillRect/>
              </a:stretch>
            </p:blipFill>
            <p:spPr>
              <a:xfrm>
                <a:off x="3032080" y="2544618"/>
                <a:ext cx="60480" cy="7128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215" name="Ink 214">
                <a:extLst>
                  <a:ext uri="{FF2B5EF4-FFF2-40B4-BE49-F238E27FC236}">
                    <a16:creationId xmlns:a16="http://schemas.microsoft.com/office/drawing/2014/main" id="{877EBEEC-1224-7FA5-F99C-F17A15D84506}"/>
                  </a:ext>
                </a:extLst>
              </p14:cNvPr>
              <p14:cNvContentPartPr/>
              <p14:nvPr/>
            </p14:nvContentPartPr>
            <p14:xfrm>
              <a:off x="6003302" y="1470640"/>
              <a:ext cx="11880" cy="5040"/>
            </p14:xfrm>
          </p:contentPart>
        </mc:Choice>
        <mc:Fallback xmlns="">
          <p:pic>
            <p:nvPicPr>
              <p:cNvPr id="215" name="Ink 214">
                <a:extLst>
                  <a:ext uri="{FF2B5EF4-FFF2-40B4-BE49-F238E27FC236}">
                    <a16:creationId xmlns:a16="http://schemas.microsoft.com/office/drawing/2014/main" id="{877EBEEC-1224-7FA5-F99C-F17A15D84506}"/>
                  </a:ext>
                </a:extLst>
              </p:cNvPr>
              <p:cNvPicPr/>
              <p:nvPr/>
            </p:nvPicPr>
            <p:blipFill>
              <a:blip r:embed="rId73"/>
              <a:stretch>
                <a:fillRect/>
              </a:stretch>
            </p:blipFill>
            <p:spPr>
              <a:xfrm>
                <a:off x="5997182" y="1464520"/>
                <a:ext cx="24120" cy="1728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219" name="Ink 218">
                <a:extLst>
                  <a:ext uri="{FF2B5EF4-FFF2-40B4-BE49-F238E27FC236}">
                    <a16:creationId xmlns:a16="http://schemas.microsoft.com/office/drawing/2014/main" id="{C0C92F99-485A-6209-02CA-B7BDD3828F4A}"/>
                  </a:ext>
                </a:extLst>
              </p14:cNvPr>
              <p14:cNvContentPartPr/>
              <p14:nvPr/>
            </p14:nvContentPartPr>
            <p14:xfrm>
              <a:off x="4278951" y="2375720"/>
              <a:ext cx="113040" cy="91440"/>
            </p14:xfrm>
          </p:contentPart>
        </mc:Choice>
        <mc:Fallback xmlns="">
          <p:pic>
            <p:nvPicPr>
              <p:cNvPr id="219" name="Ink 218">
                <a:extLst>
                  <a:ext uri="{FF2B5EF4-FFF2-40B4-BE49-F238E27FC236}">
                    <a16:creationId xmlns:a16="http://schemas.microsoft.com/office/drawing/2014/main" id="{C0C92F99-485A-6209-02CA-B7BDD3828F4A}"/>
                  </a:ext>
                </a:extLst>
              </p:cNvPr>
              <p:cNvPicPr/>
              <p:nvPr/>
            </p:nvPicPr>
            <p:blipFill>
              <a:blip r:embed="rId75"/>
              <a:stretch>
                <a:fillRect/>
              </a:stretch>
            </p:blipFill>
            <p:spPr>
              <a:xfrm>
                <a:off x="4272831" y="2369600"/>
                <a:ext cx="125280" cy="10368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220" name="Ink 219">
                <a:extLst>
                  <a:ext uri="{FF2B5EF4-FFF2-40B4-BE49-F238E27FC236}">
                    <a16:creationId xmlns:a16="http://schemas.microsoft.com/office/drawing/2014/main" id="{67B4886A-03CC-BE46-39C8-DECACD387123}"/>
                  </a:ext>
                </a:extLst>
              </p14:cNvPr>
              <p14:cNvContentPartPr/>
              <p14:nvPr/>
            </p14:nvContentPartPr>
            <p14:xfrm>
              <a:off x="4433342" y="2364498"/>
              <a:ext cx="48960" cy="83520"/>
            </p14:xfrm>
          </p:contentPart>
        </mc:Choice>
        <mc:Fallback xmlns="">
          <p:pic>
            <p:nvPicPr>
              <p:cNvPr id="220" name="Ink 219">
                <a:extLst>
                  <a:ext uri="{FF2B5EF4-FFF2-40B4-BE49-F238E27FC236}">
                    <a16:creationId xmlns:a16="http://schemas.microsoft.com/office/drawing/2014/main" id="{67B4886A-03CC-BE46-39C8-DECACD387123}"/>
                  </a:ext>
                </a:extLst>
              </p:cNvPr>
              <p:cNvPicPr/>
              <p:nvPr/>
            </p:nvPicPr>
            <p:blipFill>
              <a:blip r:embed="rId77"/>
              <a:stretch>
                <a:fillRect/>
              </a:stretch>
            </p:blipFill>
            <p:spPr>
              <a:xfrm>
                <a:off x="4427222" y="2358378"/>
                <a:ext cx="61200" cy="9576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223" name="Ink 222">
                <a:extLst>
                  <a:ext uri="{FF2B5EF4-FFF2-40B4-BE49-F238E27FC236}">
                    <a16:creationId xmlns:a16="http://schemas.microsoft.com/office/drawing/2014/main" id="{6A94BA0F-9F12-0175-3673-D5A9320F457D}"/>
                  </a:ext>
                </a:extLst>
              </p14:cNvPr>
              <p14:cNvContentPartPr/>
              <p14:nvPr/>
            </p14:nvContentPartPr>
            <p14:xfrm>
              <a:off x="5878618" y="1373651"/>
              <a:ext cx="62640" cy="115920"/>
            </p14:xfrm>
          </p:contentPart>
        </mc:Choice>
        <mc:Fallback xmlns="">
          <p:pic>
            <p:nvPicPr>
              <p:cNvPr id="223" name="Ink 222">
                <a:extLst>
                  <a:ext uri="{FF2B5EF4-FFF2-40B4-BE49-F238E27FC236}">
                    <a16:creationId xmlns:a16="http://schemas.microsoft.com/office/drawing/2014/main" id="{6A94BA0F-9F12-0175-3673-D5A9320F457D}"/>
                  </a:ext>
                </a:extLst>
              </p:cNvPr>
              <p:cNvPicPr/>
              <p:nvPr/>
            </p:nvPicPr>
            <p:blipFill>
              <a:blip r:embed="rId79"/>
              <a:stretch>
                <a:fillRect/>
              </a:stretch>
            </p:blipFill>
            <p:spPr>
              <a:xfrm>
                <a:off x="5872498" y="1367531"/>
                <a:ext cx="74880" cy="12816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224" name="Ink 223">
                <a:extLst>
                  <a:ext uri="{FF2B5EF4-FFF2-40B4-BE49-F238E27FC236}">
                    <a16:creationId xmlns:a16="http://schemas.microsoft.com/office/drawing/2014/main" id="{BD4470CC-7330-D978-941B-383FCA6F98BB}"/>
                  </a:ext>
                </a:extLst>
              </p14:cNvPr>
              <p14:cNvContentPartPr/>
              <p14:nvPr/>
            </p14:nvContentPartPr>
            <p14:xfrm>
              <a:off x="6086698" y="1355291"/>
              <a:ext cx="65160" cy="118080"/>
            </p14:xfrm>
          </p:contentPart>
        </mc:Choice>
        <mc:Fallback xmlns="">
          <p:pic>
            <p:nvPicPr>
              <p:cNvPr id="224" name="Ink 223">
                <a:extLst>
                  <a:ext uri="{FF2B5EF4-FFF2-40B4-BE49-F238E27FC236}">
                    <a16:creationId xmlns:a16="http://schemas.microsoft.com/office/drawing/2014/main" id="{BD4470CC-7330-D978-941B-383FCA6F98BB}"/>
                  </a:ext>
                </a:extLst>
              </p:cNvPr>
              <p:cNvPicPr/>
              <p:nvPr/>
            </p:nvPicPr>
            <p:blipFill>
              <a:blip r:embed="rId81"/>
              <a:stretch>
                <a:fillRect/>
              </a:stretch>
            </p:blipFill>
            <p:spPr>
              <a:xfrm>
                <a:off x="6080578" y="1349171"/>
                <a:ext cx="77400" cy="13032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227" name="Ink 226">
                <a:extLst>
                  <a:ext uri="{FF2B5EF4-FFF2-40B4-BE49-F238E27FC236}">
                    <a16:creationId xmlns:a16="http://schemas.microsoft.com/office/drawing/2014/main" id="{C3CEF1E7-BB18-2308-1A24-9ACD94D2DD9C}"/>
                  </a:ext>
                </a:extLst>
              </p14:cNvPr>
              <p14:cNvContentPartPr/>
              <p14:nvPr/>
            </p14:nvContentPartPr>
            <p14:xfrm>
              <a:off x="5968978" y="1628891"/>
              <a:ext cx="147960" cy="91440"/>
            </p14:xfrm>
          </p:contentPart>
        </mc:Choice>
        <mc:Fallback xmlns="">
          <p:pic>
            <p:nvPicPr>
              <p:cNvPr id="227" name="Ink 226">
                <a:extLst>
                  <a:ext uri="{FF2B5EF4-FFF2-40B4-BE49-F238E27FC236}">
                    <a16:creationId xmlns:a16="http://schemas.microsoft.com/office/drawing/2014/main" id="{C3CEF1E7-BB18-2308-1A24-9ACD94D2DD9C}"/>
                  </a:ext>
                </a:extLst>
              </p:cNvPr>
              <p:cNvPicPr/>
              <p:nvPr/>
            </p:nvPicPr>
            <p:blipFill>
              <a:blip r:embed="rId83"/>
              <a:stretch>
                <a:fillRect/>
              </a:stretch>
            </p:blipFill>
            <p:spPr>
              <a:xfrm>
                <a:off x="5962873" y="1622795"/>
                <a:ext cx="160170" cy="103632"/>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233" name="Ink 232">
                <a:extLst>
                  <a:ext uri="{FF2B5EF4-FFF2-40B4-BE49-F238E27FC236}">
                    <a16:creationId xmlns:a16="http://schemas.microsoft.com/office/drawing/2014/main" id="{8118A85E-CD39-DBA0-B251-40E1A8383885}"/>
                  </a:ext>
                </a:extLst>
              </p14:cNvPr>
              <p14:cNvContentPartPr/>
              <p14:nvPr/>
            </p14:nvContentPartPr>
            <p14:xfrm>
              <a:off x="5169778" y="2227931"/>
              <a:ext cx="624240" cy="372240"/>
            </p14:xfrm>
          </p:contentPart>
        </mc:Choice>
        <mc:Fallback xmlns="">
          <p:pic>
            <p:nvPicPr>
              <p:cNvPr id="233" name="Ink 232">
                <a:extLst>
                  <a:ext uri="{FF2B5EF4-FFF2-40B4-BE49-F238E27FC236}">
                    <a16:creationId xmlns:a16="http://schemas.microsoft.com/office/drawing/2014/main" id="{8118A85E-CD39-DBA0-B251-40E1A8383885}"/>
                  </a:ext>
                </a:extLst>
              </p:cNvPr>
              <p:cNvPicPr/>
              <p:nvPr/>
            </p:nvPicPr>
            <p:blipFill>
              <a:blip r:embed="rId85"/>
              <a:stretch>
                <a:fillRect/>
              </a:stretch>
            </p:blipFill>
            <p:spPr>
              <a:xfrm>
                <a:off x="5163654" y="2221811"/>
                <a:ext cx="636487" cy="38448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238" name="Ink 237">
                <a:extLst>
                  <a:ext uri="{FF2B5EF4-FFF2-40B4-BE49-F238E27FC236}">
                    <a16:creationId xmlns:a16="http://schemas.microsoft.com/office/drawing/2014/main" id="{78B6F770-9996-5418-F2CE-99A984F923B9}"/>
                  </a:ext>
                </a:extLst>
              </p14:cNvPr>
              <p14:cNvContentPartPr/>
              <p14:nvPr/>
            </p14:nvContentPartPr>
            <p14:xfrm>
              <a:off x="7215869" y="1479975"/>
              <a:ext cx="632880" cy="276840"/>
            </p14:xfrm>
          </p:contentPart>
        </mc:Choice>
        <mc:Fallback xmlns="">
          <p:pic>
            <p:nvPicPr>
              <p:cNvPr id="238" name="Ink 237">
                <a:extLst>
                  <a:ext uri="{FF2B5EF4-FFF2-40B4-BE49-F238E27FC236}">
                    <a16:creationId xmlns:a16="http://schemas.microsoft.com/office/drawing/2014/main" id="{78B6F770-9996-5418-F2CE-99A984F923B9}"/>
                  </a:ext>
                </a:extLst>
              </p:cNvPr>
              <p:cNvPicPr/>
              <p:nvPr/>
            </p:nvPicPr>
            <p:blipFill>
              <a:blip r:embed="rId87"/>
              <a:stretch>
                <a:fillRect/>
              </a:stretch>
            </p:blipFill>
            <p:spPr>
              <a:xfrm>
                <a:off x="7209749" y="1473855"/>
                <a:ext cx="645120" cy="28908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240" name="Ink 239">
                <a:extLst>
                  <a:ext uri="{FF2B5EF4-FFF2-40B4-BE49-F238E27FC236}">
                    <a16:creationId xmlns:a16="http://schemas.microsoft.com/office/drawing/2014/main" id="{3A407670-D626-981F-6848-DDD077271740}"/>
                  </a:ext>
                </a:extLst>
              </p14:cNvPr>
              <p14:cNvContentPartPr/>
              <p14:nvPr/>
            </p14:nvContentPartPr>
            <p14:xfrm>
              <a:off x="8379655" y="1422342"/>
              <a:ext cx="282240" cy="291240"/>
            </p14:xfrm>
          </p:contentPart>
        </mc:Choice>
        <mc:Fallback xmlns="">
          <p:pic>
            <p:nvPicPr>
              <p:cNvPr id="240" name="Ink 239">
                <a:extLst>
                  <a:ext uri="{FF2B5EF4-FFF2-40B4-BE49-F238E27FC236}">
                    <a16:creationId xmlns:a16="http://schemas.microsoft.com/office/drawing/2014/main" id="{3A407670-D626-981F-6848-DDD077271740}"/>
                  </a:ext>
                </a:extLst>
              </p:cNvPr>
              <p:cNvPicPr/>
              <p:nvPr/>
            </p:nvPicPr>
            <p:blipFill>
              <a:blip r:embed="rId89"/>
              <a:stretch>
                <a:fillRect/>
              </a:stretch>
            </p:blipFill>
            <p:spPr>
              <a:xfrm>
                <a:off x="8373535" y="1416222"/>
                <a:ext cx="294480" cy="30348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243" name="Ink 242">
                <a:extLst>
                  <a:ext uri="{FF2B5EF4-FFF2-40B4-BE49-F238E27FC236}">
                    <a16:creationId xmlns:a16="http://schemas.microsoft.com/office/drawing/2014/main" id="{EBB56323-FC63-99D8-4892-371A8CE2E62A}"/>
                  </a:ext>
                </a:extLst>
              </p14:cNvPr>
              <p14:cNvContentPartPr/>
              <p14:nvPr/>
            </p14:nvContentPartPr>
            <p14:xfrm>
              <a:off x="7900135" y="2131182"/>
              <a:ext cx="320400" cy="313200"/>
            </p14:xfrm>
          </p:contentPart>
        </mc:Choice>
        <mc:Fallback xmlns="">
          <p:pic>
            <p:nvPicPr>
              <p:cNvPr id="243" name="Ink 242">
                <a:extLst>
                  <a:ext uri="{FF2B5EF4-FFF2-40B4-BE49-F238E27FC236}">
                    <a16:creationId xmlns:a16="http://schemas.microsoft.com/office/drawing/2014/main" id="{EBB56323-FC63-99D8-4892-371A8CE2E62A}"/>
                  </a:ext>
                </a:extLst>
              </p:cNvPr>
              <p:cNvPicPr/>
              <p:nvPr/>
            </p:nvPicPr>
            <p:blipFill>
              <a:blip r:embed="rId91"/>
              <a:stretch>
                <a:fillRect/>
              </a:stretch>
            </p:blipFill>
            <p:spPr>
              <a:xfrm>
                <a:off x="7894015" y="2125062"/>
                <a:ext cx="332640" cy="32544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246" name="Ink 245">
                <a:extLst>
                  <a:ext uri="{FF2B5EF4-FFF2-40B4-BE49-F238E27FC236}">
                    <a16:creationId xmlns:a16="http://schemas.microsoft.com/office/drawing/2014/main" id="{59A63801-579A-3F21-241C-975822CBC9B7}"/>
                  </a:ext>
                </a:extLst>
              </p14:cNvPr>
              <p14:cNvContentPartPr/>
              <p14:nvPr/>
            </p14:nvContentPartPr>
            <p14:xfrm>
              <a:off x="8305495" y="2112462"/>
              <a:ext cx="185400" cy="321840"/>
            </p14:xfrm>
          </p:contentPart>
        </mc:Choice>
        <mc:Fallback xmlns="">
          <p:pic>
            <p:nvPicPr>
              <p:cNvPr id="246" name="Ink 245">
                <a:extLst>
                  <a:ext uri="{FF2B5EF4-FFF2-40B4-BE49-F238E27FC236}">
                    <a16:creationId xmlns:a16="http://schemas.microsoft.com/office/drawing/2014/main" id="{59A63801-579A-3F21-241C-975822CBC9B7}"/>
                  </a:ext>
                </a:extLst>
              </p:cNvPr>
              <p:cNvPicPr/>
              <p:nvPr/>
            </p:nvPicPr>
            <p:blipFill>
              <a:blip r:embed="rId93"/>
              <a:stretch>
                <a:fillRect/>
              </a:stretch>
            </p:blipFill>
            <p:spPr>
              <a:xfrm>
                <a:off x="8299363" y="2106342"/>
                <a:ext cx="197664" cy="334080"/>
              </a:xfrm>
              <a:prstGeom prst="rect">
                <a:avLst/>
              </a:prstGeom>
            </p:spPr>
          </p:pic>
        </mc:Fallback>
      </mc:AlternateContent>
    </p:spTree>
    <p:extLst>
      <p:ext uri="{BB962C8B-B14F-4D97-AF65-F5344CB8AC3E}">
        <p14:creationId xmlns:p14="http://schemas.microsoft.com/office/powerpoint/2010/main" val="3785408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E1651F-C6C7-2B5D-C9AF-9664ED90F769}"/>
              </a:ext>
            </a:extLst>
          </p:cNvPr>
          <p:cNvSpPr>
            <a:spLocks noGrp="1"/>
          </p:cNvSpPr>
          <p:nvPr>
            <p:ph type="title"/>
          </p:nvPr>
        </p:nvSpPr>
        <p:spPr/>
        <p:txBody>
          <a:bodyPr/>
          <a:lstStyle/>
          <a:p>
            <a:r>
              <a:rPr lang="en-US" dirty="0"/>
              <a:t>Synthesis – Modeling Part 1</a:t>
            </a:r>
          </a:p>
        </p:txBody>
      </p:sp>
      <p:sp>
        <p:nvSpPr>
          <p:cNvPr id="3" name="Content Placeholder 2">
            <a:extLst>
              <a:ext uri="{FF2B5EF4-FFF2-40B4-BE49-F238E27FC236}">
                <a16:creationId xmlns:a16="http://schemas.microsoft.com/office/drawing/2014/main" id="{1757E73F-36F6-B29E-5BFC-AB6740B93B8E}"/>
              </a:ext>
            </a:extLst>
          </p:cNvPr>
          <p:cNvSpPr>
            <a:spLocks noGrp="1"/>
          </p:cNvSpPr>
          <p:nvPr>
            <p:ph idx="1"/>
          </p:nvPr>
        </p:nvSpPr>
        <p:spPr/>
        <p:txBody>
          <a:bodyPr/>
          <a:lstStyle/>
          <a:p>
            <a:r>
              <a:rPr lang="en-US" dirty="0"/>
              <a:t>  </a:t>
            </a:r>
          </a:p>
        </p:txBody>
      </p:sp>
      <mc:AlternateContent xmlns:mc="http://schemas.openxmlformats.org/markup-compatibility/2006" xmlns:p14="http://schemas.microsoft.com/office/powerpoint/2010/main">
        <mc:Choice Requires="p14">
          <p:contentPart p14:bwMode="auto" r:id="rId2">
            <p14:nvContentPartPr>
              <p14:cNvPr id="20" name="Ink 19">
                <a:extLst>
                  <a:ext uri="{FF2B5EF4-FFF2-40B4-BE49-F238E27FC236}">
                    <a16:creationId xmlns:a16="http://schemas.microsoft.com/office/drawing/2014/main" id="{13BED65D-D144-9F80-0CA4-3F25AE315899}"/>
                  </a:ext>
                </a:extLst>
              </p14:cNvPr>
              <p14:cNvContentPartPr/>
              <p14:nvPr/>
            </p14:nvContentPartPr>
            <p14:xfrm>
              <a:off x="2165913" y="1638380"/>
              <a:ext cx="754560" cy="307080"/>
            </p14:xfrm>
          </p:contentPart>
        </mc:Choice>
        <mc:Fallback xmlns="">
          <p:pic>
            <p:nvPicPr>
              <p:cNvPr id="20" name="Ink 19">
                <a:extLst>
                  <a:ext uri="{FF2B5EF4-FFF2-40B4-BE49-F238E27FC236}">
                    <a16:creationId xmlns:a16="http://schemas.microsoft.com/office/drawing/2014/main" id="{13BED65D-D144-9F80-0CA4-3F25AE315899}"/>
                  </a:ext>
                </a:extLst>
              </p:cNvPr>
              <p:cNvPicPr/>
              <p:nvPr/>
            </p:nvPicPr>
            <p:blipFill>
              <a:blip r:embed="rId3"/>
              <a:stretch>
                <a:fillRect/>
              </a:stretch>
            </p:blipFill>
            <p:spPr>
              <a:xfrm>
                <a:off x="2159790" y="1632260"/>
                <a:ext cx="766806" cy="3193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21" name="Ink 20">
                <a:extLst>
                  <a:ext uri="{FF2B5EF4-FFF2-40B4-BE49-F238E27FC236}">
                    <a16:creationId xmlns:a16="http://schemas.microsoft.com/office/drawing/2014/main" id="{1562D849-748A-09E2-323F-4BE8FF3CF637}"/>
                  </a:ext>
                </a:extLst>
              </p14:cNvPr>
              <p14:cNvContentPartPr/>
              <p14:nvPr/>
            </p14:nvContentPartPr>
            <p14:xfrm>
              <a:off x="1116513" y="1675100"/>
              <a:ext cx="840240" cy="205920"/>
            </p14:xfrm>
          </p:contentPart>
        </mc:Choice>
        <mc:Fallback xmlns="">
          <p:pic>
            <p:nvPicPr>
              <p:cNvPr id="21" name="Ink 20">
                <a:extLst>
                  <a:ext uri="{FF2B5EF4-FFF2-40B4-BE49-F238E27FC236}">
                    <a16:creationId xmlns:a16="http://schemas.microsoft.com/office/drawing/2014/main" id="{1562D849-748A-09E2-323F-4BE8FF3CF637}"/>
                  </a:ext>
                </a:extLst>
              </p:cNvPr>
              <p:cNvPicPr/>
              <p:nvPr/>
            </p:nvPicPr>
            <p:blipFill>
              <a:blip r:embed="rId5"/>
              <a:stretch>
                <a:fillRect/>
              </a:stretch>
            </p:blipFill>
            <p:spPr>
              <a:xfrm>
                <a:off x="1110390" y="1668980"/>
                <a:ext cx="852485" cy="2181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24" name="Ink 23">
                <a:extLst>
                  <a:ext uri="{FF2B5EF4-FFF2-40B4-BE49-F238E27FC236}">
                    <a16:creationId xmlns:a16="http://schemas.microsoft.com/office/drawing/2014/main" id="{EE0A4511-6992-C2B1-8EDC-8D6CDAC9BFFF}"/>
                  </a:ext>
                </a:extLst>
              </p14:cNvPr>
              <p14:cNvContentPartPr/>
              <p14:nvPr/>
            </p14:nvContentPartPr>
            <p14:xfrm>
              <a:off x="1251513" y="2591660"/>
              <a:ext cx="486720" cy="711720"/>
            </p14:xfrm>
          </p:contentPart>
        </mc:Choice>
        <mc:Fallback xmlns="">
          <p:pic>
            <p:nvPicPr>
              <p:cNvPr id="24" name="Ink 23">
                <a:extLst>
                  <a:ext uri="{FF2B5EF4-FFF2-40B4-BE49-F238E27FC236}">
                    <a16:creationId xmlns:a16="http://schemas.microsoft.com/office/drawing/2014/main" id="{EE0A4511-6992-C2B1-8EDC-8D6CDAC9BFFF}"/>
                  </a:ext>
                </a:extLst>
              </p:cNvPr>
              <p:cNvPicPr/>
              <p:nvPr/>
            </p:nvPicPr>
            <p:blipFill>
              <a:blip r:embed="rId7"/>
              <a:stretch>
                <a:fillRect/>
              </a:stretch>
            </p:blipFill>
            <p:spPr>
              <a:xfrm>
                <a:off x="1245388" y="2585537"/>
                <a:ext cx="498969" cy="723966"/>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27" name="Ink 26">
                <a:extLst>
                  <a:ext uri="{FF2B5EF4-FFF2-40B4-BE49-F238E27FC236}">
                    <a16:creationId xmlns:a16="http://schemas.microsoft.com/office/drawing/2014/main" id="{2806BEC8-7AA4-34D7-1ECC-9C2C24AEA71B}"/>
                  </a:ext>
                </a:extLst>
              </p14:cNvPr>
              <p14:cNvContentPartPr/>
              <p14:nvPr/>
            </p14:nvContentPartPr>
            <p14:xfrm>
              <a:off x="1754793" y="2600300"/>
              <a:ext cx="523080" cy="677160"/>
            </p14:xfrm>
          </p:contentPart>
        </mc:Choice>
        <mc:Fallback xmlns="">
          <p:pic>
            <p:nvPicPr>
              <p:cNvPr id="27" name="Ink 26">
                <a:extLst>
                  <a:ext uri="{FF2B5EF4-FFF2-40B4-BE49-F238E27FC236}">
                    <a16:creationId xmlns:a16="http://schemas.microsoft.com/office/drawing/2014/main" id="{2806BEC8-7AA4-34D7-1ECC-9C2C24AEA71B}"/>
                  </a:ext>
                </a:extLst>
              </p:cNvPr>
              <p:cNvPicPr/>
              <p:nvPr/>
            </p:nvPicPr>
            <p:blipFill>
              <a:blip r:embed="rId9"/>
              <a:stretch>
                <a:fillRect/>
              </a:stretch>
            </p:blipFill>
            <p:spPr>
              <a:xfrm>
                <a:off x="1748673" y="2594180"/>
                <a:ext cx="535320" cy="6894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28" name="Ink 27">
                <a:extLst>
                  <a:ext uri="{FF2B5EF4-FFF2-40B4-BE49-F238E27FC236}">
                    <a16:creationId xmlns:a16="http://schemas.microsoft.com/office/drawing/2014/main" id="{C40786B4-49F7-7550-5D2C-FA7D318330CC}"/>
                  </a:ext>
                </a:extLst>
              </p14:cNvPr>
              <p14:cNvContentPartPr/>
              <p14:nvPr/>
            </p14:nvContentPartPr>
            <p14:xfrm>
              <a:off x="1240713" y="3410660"/>
              <a:ext cx="1071360" cy="162720"/>
            </p14:xfrm>
          </p:contentPart>
        </mc:Choice>
        <mc:Fallback xmlns="">
          <p:pic>
            <p:nvPicPr>
              <p:cNvPr id="28" name="Ink 27">
                <a:extLst>
                  <a:ext uri="{FF2B5EF4-FFF2-40B4-BE49-F238E27FC236}">
                    <a16:creationId xmlns:a16="http://schemas.microsoft.com/office/drawing/2014/main" id="{C40786B4-49F7-7550-5D2C-FA7D318330CC}"/>
                  </a:ext>
                </a:extLst>
              </p:cNvPr>
              <p:cNvPicPr/>
              <p:nvPr/>
            </p:nvPicPr>
            <p:blipFill>
              <a:blip r:embed="rId11"/>
              <a:stretch>
                <a:fillRect/>
              </a:stretch>
            </p:blipFill>
            <p:spPr>
              <a:xfrm>
                <a:off x="1234593" y="3404540"/>
                <a:ext cx="1083600" cy="1749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35" name="Ink 34">
                <a:extLst>
                  <a:ext uri="{FF2B5EF4-FFF2-40B4-BE49-F238E27FC236}">
                    <a16:creationId xmlns:a16="http://schemas.microsoft.com/office/drawing/2014/main" id="{859D5ABB-F507-0F8E-2DC4-3592892314F2}"/>
                  </a:ext>
                </a:extLst>
              </p14:cNvPr>
              <p14:cNvContentPartPr/>
              <p14:nvPr/>
            </p14:nvContentPartPr>
            <p14:xfrm>
              <a:off x="1570473" y="3675620"/>
              <a:ext cx="317520" cy="135720"/>
            </p14:xfrm>
          </p:contentPart>
        </mc:Choice>
        <mc:Fallback xmlns="">
          <p:pic>
            <p:nvPicPr>
              <p:cNvPr id="35" name="Ink 34">
                <a:extLst>
                  <a:ext uri="{FF2B5EF4-FFF2-40B4-BE49-F238E27FC236}">
                    <a16:creationId xmlns:a16="http://schemas.microsoft.com/office/drawing/2014/main" id="{859D5ABB-F507-0F8E-2DC4-3592892314F2}"/>
                  </a:ext>
                </a:extLst>
              </p:cNvPr>
              <p:cNvPicPr/>
              <p:nvPr/>
            </p:nvPicPr>
            <p:blipFill>
              <a:blip r:embed="rId13"/>
              <a:stretch>
                <a:fillRect/>
              </a:stretch>
            </p:blipFill>
            <p:spPr>
              <a:xfrm>
                <a:off x="1564353" y="3669500"/>
                <a:ext cx="329760" cy="1479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36" name="Ink 35">
                <a:extLst>
                  <a:ext uri="{FF2B5EF4-FFF2-40B4-BE49-F238E27FC236}">
                    <a16:creationId xmlns:a16="http://schemas.microsoft.com/office/drawing/2014/main" id="{2D505E45-B09B-8E4E-0396-78EBD4170F83}"/>
                  </a:ext>
                </a:extLst>
              </p14:cNvPr>
              <p14:cNvContentPartPr/>
              <p14:nvPr/>
            </p14:nvContentPartPr>
            <p14:xfrm>
              <a:off x="1761932" y="2608520"/>
              <a:ext cx="86040" cy="681120"/>
            </p14:xfrm>
          </p:contentPart>
        </mc:Choice>
        <mc:Fallback xmlns="">
          <p:pic>
            <p:nvPicPr>
              <p:cNvPr id="36" name="Ink 35">
                <a:extLst>
                  <a:ext uri="{FF2B5EF4-FFF2-40B4-BE49-F238E27FC236}">
                    <a16:creationId xmlns:a16="http://schemas.microsoft.com/office/drawing/2014/main" id="{2D505E45-B09B-8E4E-0396-78EBD4170F83}"/>
                  </a:ext>
                </a:extLst>
              </p:cNvPr>
              <p:cNvPicPr/>
              <p:nvPr/>
            </p:nvPicPr>
            <p:blipFill>
              <a:blip r:embed="rId15"/>
              <a:stretch>
                <a:fillRect/>
              </a:stretch>
            </p:blipFill>
            <p:spPr>
              <a:xfrm>
                <a:off x="1752932" y="2599520"/>
                <a:ext cx="103680" cy="6987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43" name="Ink 42">
                <a:extLst>
                  <a:ext uri="{FF2B5EF4-FFF2-40B4-BE49-F238E27FC236}">
                    <a16:creationId xmlns:a16="http://schemas.microsoft.com/office/drawing/2014/main" id="{93F0D529-DC96-7EB4-7597-315575F3DCA4}"/>
                  </a:ext>
                </a:extLst>
              </p14:cNvPr>
              <p14:cNvContentPartPr/>
              <p14:nvPr/>
            </p14:nvContentPartPr>
            <p14:xfrm>
              <a:off x="1895633" y="3211924"/>
              <a:ext cx="5040" cy="55440"/>
            </p14:xfrm>
          </p:contentPart>
        </mc:Choice>
        <mc:Fallback xmlns="">
          <p:pic>
            <p:nvPicPr>
              <p:cNvPr id="43" name="Ink 42">
                <a:extLst>
                  <a:ext uri="{FF2B5EF4-FFF2-40B4-BE49-F238E27FC236}">
                    <a16:creationId xmlns:a16="http://schemas.microsoft.com/office/drawing/2014/main" id="{93F0D529-DC96-7EB4-7597-315575F3DCA4}"/>
                  </a:ext>
                </a:extLst>
              </p:cNvPr>
              <p:cNvPicPr/>
              <p:nvPr/>
            </p:nvPicPr>
            <p:blipFill>
              <a:blip r:embed="rId17"/>
              <a:stretch>
                <a:fillRect/>
              </a:stretch>
            </p:blipFill>
            <p:spPr>
              <a:xfrm>
                <a:off x="1886633" y="3202924"/>
                <a:ext cx="22680" cy="730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46" name="Ink 45">
                <a:extLst>
                  <a:ext uri="{FF2B5EF4-FFF2-40B4-BE49-F238E27FC236}">
                    <a16:creationId xmlns:a16="http://schemas.microsoft.com/office/drawing/2014/main" id="{9C78FDD3-73D4-A475-2BF9-50D2DC490702}"/>
                  </a:ext>
                </a:extLst>
              </p14:cNvPr>
              <p14:cNvContentPartPr/>
              <p14:nvPr/>
            </p14:nvContentPartPr>
            <p14:xfrm>
              <a:off x="1946393" y="3204724"/>
              <a:ext cx="48960" cy="60480"/>
            </p14:xfrm>
          </p:contentPart>
        </mc:Choice>
        <mc:Fallback xmlns="">
          <p:pic>
            <p:nvPicPr>
              <p:cNvPr id="46" name="Ink 45">
                <a:extLst>
                  <a:ext uri="{FF2B5EF4-FFF2-40B4-BE49-F238E27FC236}">
                    <a16:creationId xmlns:a16="http://schemas.microsoft.com/office/drawing/2014/main" id="{9C78FDD3-73D4-A475-2BF9-50D2DC490702}"/>
                  </a:ext>
                </a:extLst>
              </p:cNvPr>
              <p:cNvPicPr/>
              <p:nvPr/>
            </p:nvPicPr>
            <p:blipFill>
              <a:blip r:embed="rId19"/>
              <a:stretch>
                <a:fillRect/>
              </a:stretch>
            </p:blipFill>
            <p:spPr>
              <a:xfrm>
                <a:off x="1937393" y="3196084"/>
                <a:ext cx="66600" cy="781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47" name="Ink 46">
                <a:extLst>
                  <a:ext uri="{FF2B5EF4-FFF2-40B4-BE49-F238E27FC236}">
                    <a16:creationId xmlns:a16="http://schemas.microsoft.com/office/drawing/2014/main" id="{6025A0E6-D328-3C7D-8099-4024ADE6471B}"/>
                  </a:ext>
                </a:extLst>
              </p14:cNvPr>
              <p14:cNvContentPartPr/>
              <p14:nvPr/>
            </p14:nvContentPartPr>
            <p14:xfrm>
              <a:off x="2043233" y="3243964"/>
              <a:ext cx="5040" cy="25920"/>
            </p14:xfrm>
          </p:contentPart>
        </mc:Choice>
        <mc:Fallback xmlns="">
          <p:pic>
            <p:nvPicPr>
              <p:cNvPr id="47" name="Ink 46">
                <a:extLst>
                  <a:ext uri="{FF2B5EF4-FFF2-40B4-BE49-F238E27FC236}">
                    <a16:creationId xmlns:a16="http://schemas.microsoft.com/office/drawing/2014/main" id="{6025A0E6-D328-3C7D-8099-4024ADE6471B}"/>
                  </a:ext>
                </a:extLst>
              </p:cNvPr>
              <p:cNvPicPr/>
              <p:nvPr/>
            </p:nvPicPr>
            <p:blipFill>
              <a:blip r:embed="rId21"/>
              <a:stretch>
                <a:fillRect/>
              </a:stretch>
            </p:blipFill>
            <p:spPr>
              <a:xfrm>
                <a:off x="2034593" y="3235324"/>
                <a:ext cx="22680" cy="4356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48" name="Ink 47">
                <a:extLst>
                  <a:ext uri="{FF2B5EF4-FFF2-40B4-BE49-F238E27FC236}">
                    <a16:creationId xmlns:a16="http://schemas.microsoft.com/office/drawing/2014/main" id="{3D5A3675-AA98-FEA9-5AAB-0A5D0C73CFC2}"/>
                  </a:ext>
                </a:extLst>
              </p14:cNvPr>
              <p14:cNvContentPartPr/>
              <p14:nvPr/>
            </p14:nvContentPartPr>
            <p14:xfrm>
              <a:off x="2038913" y="3191044"/>
              <a:ext cx="5040" cy="16560"/>
            </p14:xfrm>
          </p:contentPart>
        </mc:Choice>
        <mc:Fallback xmlns="">
          <p:pic>
            <p:nvPicPr>
              <p:cNvPr id="48" name="Ink 47">
                <a:extLst>
                  <a:ext uri="{FF2B5EF4-FFF2-40B4-BE49-F238E27FC236}">
                    <a16:creationId xmlns:a16="http://schemas.microsoft.com/office/drawing/2014/main" id="{3D5A3675-AA98-FEA9-5AAB-0A5D0C73CFC2}"/>
                  </a:ext>
                </a:extLst>
              </p:cNvPr>
              <p:cNvPicPr/>
              <p:nvPr/>
            </p:nvPicPr>
            <p:blipFill>
              <a:blip r:embed="rId23"/>
              <a:stretch>
                <a:fillRect/>
              </a:stretch>
            </p:blipFill>
            <p:spPr>
              <a:xfrm>
                <a:off x="2029913" y="3182044"/>
                <a:ext cx="22680" cy="342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49" name="Ink 48">
                <a:extLst>
                  <a:ext uri="{FF2B5EF4-FFF2-40B4-BE49-F238E27FC236}">
                    <a16:creationId xmlns:a16="http://schemas.microsoft.com/office/drawing/2014/main" id="{230303FC-D4C1-E0BA-17A8-9762247BED9B}"/>
                  </a:ext>
                </a:extLst>
              </p14:cNvPr>
              <p14:cNvContentPartPr/>
              <p14:nvPr/>
            </p14:nvContentPartPr>
            <p14:xfrm>
              <a:off x="2075633" y="3216244"/>
              <a:ext cx="48960" cy="44280"/>
            </p14:xfrm>
          </p:contentPart>
        </mc:Choice>
        <mc:Fallback xmlns="">
          <p:pic>
            <p:nvPicPr>
              <p:cNvPr id="49" name="Ink 48">
                <a:extLst>
                  <a:ext uri="{FF2B5EF4-FFF2-40B4-BE49-F238E27FC236}">
                    <a16:creationId xmlns:a16="http://schemas.microsoft.com/office/drawing/2014/main" id="{230303FC-D4C1-E0BA-17A8-9762247BED9B}"/>
                  </a:ext>
                </a:extLst>
              </p:cNvPr>
              <p:cNvPicPr/>
              <p:nvPr/>
            </p:nvPicPr>
            <p:blipFill>
              <a:blip r:embed="rId25"/>
              <a:stretch>
                <a:fillRect/>
              </a:stretch>
            </p:blipFill>
            <p:spPr>
              <a:xfrm>
                <a:off x="2066993" y="3207604"/>
                <a:ext cx="66600" cy="61920"/>
              </a:xfrm>
              <a:prstGeom prst="rect">
                <a:avLst/>
              </a:prstGeom>
            </p:spPr>
          </p:pic>
        </mc:Fallback>
      </mc:AlternateContent>
      <p:sp>
        <p:nvSpPr>
          <p:cNvPr id="52" name="TextBox 51">
            <a:extLst>
              <a:ext uri="{FF2B5EF4-FFF2-40B4-BE49-F238E27FC236}">
                <a16:creationId xmlns:a16="http://schemas.microsoft.com/office/drawing/2014/main" id="{C2E3E8AD-272A-BFA9-14F4-57EBAFA32F06}"/>
              </a:ext>
            </a:extLst>
          </p:cNvPr>
          <p:cNvSpPr txBox="1"/>
          <p:nvPr/>
        </p:nvSpPr>
        <p:spPr>
          <a:xfrm>
            <a:off x="3309886" y="2301844"/>
            <a:ext cx="5257043" cy="2031325"/>
          </a:xfrm>
          <a:prstGeom prst="rect">
            <a:avLst/>
          </a:prstGeom>
          <a:noFill/>
        </p:spPr>
        <p:txBody>
          <a:bodyPr wrap="square" rtlCol="0">
            <a:spAutoFit/>
          </a:bodyPr>
          <a:lstStyle/>
          <a:p>
            <a:pPr algn="l"/>
            <a:r>
              <a:rPr lang="en-US" dirty="0"/>
              <a:t>Since the distance from top to bottom of my calculated vertical FOV is already around 6 inches, a distance of 12 inches from the top of the board will work perfectly for our project. Since the radius of the board is 6 inches, the camera will be able to see this with the extra inch being used to see the dice box. </a:t>
            </a:r>
          </a:p>
        </p:txBody>
      </p:sp>
      <mc:AlternateContent xmlns:mc="http://schemas.openxmlformats.org/markup-compatibility/2006" xmlns:p14="http://schemas.microsoft.com/office/powerpoint/2010/main">
        <mc:Choice Requires="p14">
          <p:contentPart p14:bwMode="auto" r:id="rId26">
            <p14:nvContentPartPr>
              <p14:cNvPr id="58" name="Ink 57">
                <a:extLst>
                  <a:ext uri="{FF2B5EF4-FFF2-40B4-BE49-F238E27FC236}">
                    <a16:creationId xmlns:a16="http://schemas.microsoft.com/office/drawing/2014/main" id="{8DFA69B7-1489-4772-27E5-E270E600E334}"/>
                  </a:ext>
                </a:extLst>
              </p14:cNvPr>
              <p14:cNvContentPartPr/>
              <p14:nvPr/>
            </p14:nvContentPartPr>
            <p14:xfrm>
              <a:off x="1186453" y="3931233"/>
              <a:ext cx="828000" cy="96120"/>
            </p14:xfrm>
          </p:contentPart>
        </mc:Choice>
        <mc:Fallback xmlns="">
          <p:pic>
            <p:nvPicPr>
              <p:cNvPr id="58" name="Ink 57">
                <a:extLst>
                  <a:ext uri="{FF2B5EF4-FFF2-40B4-BE49-F238E27FC236}">
                    <a16:creationId xmlns:a16="http://schemas.microsoft.com/office/drawing/2014/main" id="{8DFA69B7-1489-4772-27E5-E270E600E334}"/>
                  </a:ext>
                </a:extLst>
              </p:cNvPr>
              <p:cNvPicPr/>
              <p:nvPr/>
            </p:nvPicPr>
            <p:blipFill>
              <a:blip r:embed="rId27"/>
              <a:stretch>
                <a:fillRect/>
              </a:stretch>
            </p:blipFill>
            <p:spPr>
              <a:xfrm>
                <a:off x="1180336" y="3925113"/>
                <a:ext cx="840235" cy="10836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65" name="Ink 64">
                <a:extLst>
                  <a:ext uri="{FF2B5EF4-FFF2-40B4-BE49-F238E27FC236}">
                    <a16:creationId xmlns:a16="http://schemas.microsoft.com/office/drawing/2014/main" id="{D5B13647-B260-94FE-6A4A-C99CE3DD6675}"/>
                  </a:ext>
                </a:extLst>
              </p14:cNvPr>
              <p14:cNvContentPartPr/>
              <p14:nvPr/>
            </p14:nvContentPartPr>
            <p14:xfrm>
              <a:off x="1254493" y="4096473"/>
              <a:ext cx="369000" cy="151560"/>
            </p14:xfrm>
          </p:contentPart>
        </mc:Choice>
        <mc:Fallback xmlns="">
          <p:pic>
            <p:nvPicPr>
              <p:cNvPr id="65" name="Ink 64">
                <a:extLst>
                  <a:ext uri="{FF2B5EF4-FFF2-40B4-BE49-F238E27FC236}">
                    <a16:creationId xmlns:a16="http://schemas.microsoft.com/office/drawing/2014/main" id="{D5B13647-B260-94FE-6A4A-C99CE3DD6675}"/>
                  </a:ext>
                </a:extLst>
              </p:cNvPr>
              <p:cNvPicPr/>
              <p:nvPr/>
            </p:nvPicPr>
            <p:blipFill>
              <a:blip r:embed="rId29"/>
              <a:stretch>
                <a:fillRect/>
              </a:stretch>
            </p:blipFill>
            <p:spPr>
              <a:xfrm>
                <a:off x="1248367" y="4090338"/>
                <a:ext cx="381252" cy="163829"/>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76" name="Ink 75">
                <a:extLst>
                  <a:ext uri="{FF2B5EF4-FFF2-40B4-BE49-F238E27FC236}">
                    <a16:creationId xmlns:a16="http://schemas.microsoft.com/office/drawing/2014/main" id="{4CE267C2-69F5-88A5-2D6C-111975B415D2}"/>
                  </a:ext>
                </a:extLst>
              </p14:cNvPr>
              <p14:cNvContentPartPr/>
              <p14:nvPr/>
            </p14:nvContentPartPr>
            <p14:xfrm>
              <a:off x="2098333" y="3922953"/>
              <a:ext cx="884520" cy="295920"/>
            </p14:xfrm>
          </p:contentPart>
        </mc:Choice>
        <mc:Fallback xmlns="">
          <p:pic>
            <p:nvPicPr>
              <p:cNvPr id="76" name="Ink 75">
                <a:extLst>
                  <a:ext uri="{FF2B5EF4-FFF2-40B4-BE49-F238E27FC236}">
                    <a16:creationId xmlns:a16="http://schemas.microsoft.com/office/drawing/2014/main" id="{4CE267C2-69F5-88A5-2D6C-111975B415D2}"/>
                  </a:ext>
                </a:extLst>
              </p:cNvPr>
              <p:cNvPicPr/>
              <p:nvPr/>
            </p:nvPicPr>
            <p:blipFill>
              <a:blip r:embed="rId31"/>
              <a:stretch>
                <a:fillRect/>
              </a:stretch>
            </p:blipFill>
            <p:spPr>
              <a:xfrm>
                <a:off x="2092213" y="3916833"/>
                <a:ext cx="896760" cy="30816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77" name="Ink 76">
                <a:extLst>
                  <a:ext uri="{FF2B5EF4-FFF2-40B4-BE49-F238E27FC236}">
                    <a16:creationId xmlns:a16="http://schemas.microsoft.com/office/drawing/2014/main" id="{85A052DD-B0B3-9166-EBBA-0AD2105E5D65}"/>
                  </a:ext>
                </a:extLst>
              </p14:cNvPr>
              <p14:cNvContentPartPr/>
              <p14:nvPr/>
            </p14:nvContentPartPr>
            <p14:xfrm>
              <a:off x="1182133" y="3937353"/>
              <a:ext cx="3240" cy="108360"/>
            </p14:xfrm>
          </p:contentPart>
        </mc:Choice>
        <mc:Fallback xmlns="">
          <p:pic>
            <p:nvPicPr>
              <p:cNvPr id="77" name="Ink 76">
                <a:extLst>
                  <a:ext uri="{FF2B5EF4-FFF2-40B4-BE49-F238E27FC236}">
                    <a16:creationId xmlns:a16="http://schemas.microsoft.com/office/drawing/2014/main" id="{85A052DD-B0B3-9166-EBBA-0AD2105E5D65}"/>
                  </a:ext>
                </a:extLst>
              </p:cNvPr>
              <p:cNvPicPr/>
              <p:nvPr/>
            </p:nvPicPr>
            <p:blipFill>
              <a:blip r:embed="rId33"/>
              <a:stretch>
                <a:fillRect/>
              </a:stretch>
            </p:blipFill>
            <p:spPr>
              <a:xfrm>
                <a:off x="1176013" y="3931233"/>
                <a:ext cx="15480" cy="1206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81" name="Ink 80">
                <a:extLst>
                  <a:ext uri="{FF2B5EF4-FFF2-40B4-BE49-F238E27FC236}">
                    <a16:creationId xmlns:a16="http://schemas.microsoft.com/office/drawing/2014/main" id="{DAF5C311-BE47-15E8-3B88-5BFBF397EC0C}"/>
                  </a:ext>
                </a:extLst>
              </p14:cNvPr>
              <p14:cNvContentPartPr/>
              <p14:nvPr/>
            </p14:nvContentPartPr>
            <p14:xfrm>
              <a:off x="2278956" y="4109895"/>
              <a:ext cx="136440" cy="127080"/>
            </p14:xfrm>
          </p:contentPart>
        </mc:Choice>
        <mc:Fallback xmlns="">
          <p:pic>
            <p:nvPicPr>
              <p:cNvPr id="81" name="Ink 80">
                <a:extLst>
                  <a:ext uri="{FF2B5EF4-FFF2-40B4-BE49-F238E27FC236}">
                    <a16:creationId xmlns:a16="http://schemas.microsoft.com/office/drawing/2014/main" id="{DAF5C311-BE47-15E8-3B88-5BFBF397EC0C}"/>
                  </a:ext>
                </a:extLst>
              </p:cNvPr>
              <p:cNvPicPr/>
              <p:nvPr/>
            </p:nvPicPr>
            <p:blipFill>
              <a:blip r:embed="rId35"/>
              <a:stretch>
                <a:fillRect/>
              </a:stretch>
            </p:blipFill>
            <p:spPr>
              <a:xfrm>
                <a:off x="2272836" y="4103775"/>
                <a:ext cx="148680" cy="139320"/>
              </a:xfrm>
              <a:prstGeom prst="rect">
                <a:avLst/>
              </a:prstGeom>
            </p:spPr>
          </p:pic>
        </mc:Fallback>
      </mc:AlternateContent>
    </p:spTree>
    <p:extLst>
      <p:ext uri="{BB962C8B-B14F-4D97-AF65-F5344CB8AC3E}">
        <p14:creationId xmlns:p14="http://schemas.microsoft.com/office/powerpoint/2010/main" val="3952735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61BD6-4C26-4C1C-BE9C-003EDC34C17B}"/>
              </a:ext>
            </a:extLst>
          </p:cNvPr>
          <p:cNvSpPr>
            <a:spLocks noGrp="1"/>
          </p:cNvSpPr>
          <p:nvPr>
            <p:ph type="title"/>
          </p:nvPr>
        </p:nvSpPr>
        <p:spPr/>
        <p:txBody>
          <a:bodyPr>
            <a:normAutofit fontScale="90000"/>
          </a:bodyPr>
          <a:lstStyle/>
          <a:p>
            <a:r>
              <a:rPr lang="en-US" dirty="0"/>
              <a:t>Evaluation I – Analysis from Modeling</a:t>
            </a:r>
            <a:br>
              <a:rPr lang="en-US" dirty="0"/>
            </a:br>
            <a:r>
              <a:rPr lang="en-US" sz="2200" dirty="0">
                <a:solidFill>
                  <a:schemeClr val="accent1"/>
                </a:solidFill>
              </a:rPr>
              <a:t>Rubric</a:t>
            </a:r>
            <a:endParaRPr lang="en-US" dirty="0">
              <a:solidFill>
                <a:schemeClr val="accent1"/>
              </a:solidFill>
            </a:endParaRPr>
          </a:p>
        </p:txBody>
      </p:sp>
      <p:sp>
        <p:nvSpPr>
          <p:cNvPr id="3" name="Content Placeholder 2">
            <a:extLst>
              <a:ext uri="{FF2B5EF4-FFF2-40B4-BE49-F238E27FC236}">
                <a16:creationId xmlns:a16="http://schemas.microsoft.com/office/drawing/2014/main" id="{3359F86A-C575-4D24-9471-79ACF86F33A1}"/>
              </a:ext>
            </a:extLst>
          </p:cNvPr>
          <p:cNvSpPr>
            <a:spLocks noGrp="1"/>
          </p:cNvSpPr>
          <p:nvPr>
            <p:ph idx="1"/>
          </p:nvPr>
        </p:nvSpPr>
        <p:spPr/>
        <p:txBody>
          <a:bodyPr>
            <a:normAutofit fontScale="92500" lnSpcReduction="20000"/>
          </a:bodyPr>
          <a:lstStyle/>
          <a:p>
            <a:pPr algn="l"/>
            <a:r>
              <a:rPr lang="en-US" sz="1800" b="1" dirty="0">
                <a:effectLst/>
              </a:rPr>
              <a:t>RUBRIC:</a:t>
            </a:r>
            <a:endParaRPr lang="en-US" dirty="0">
              <a:effectLst/>
            </a:endParaRPr>
          </a:p>
          <a:p>
            <a:pPr algn="l"/>
            <a:r>
              <a:rPr lang="en-US" sz="1800" dirty="0">
                <a:effectLst/>
              </a:rPr>
              <a:t>Each subsystem lead needs to answer the following questions for this section. The answers should be in complete sentences and address the questions specific to your section.  A clear diagram can also be used to help illustrate the answer</a:t>
            </a:r>
          </a:p>
          <a:p>
            <a:pPr algn="l"/>
            <a:r>
              <a:rPr lang="en-US" sz="1800" dirty="0">
                <a:effectLst/>
              </a:rPr>
              <a:t>Points are awarded as follows: 2 points for clear writing, 8 points for the modeling</a:t>
            </a:r>
            <a:r>
              <a:rPr lang="en-US" dirty="0"/>
              <a:t> results analysis</a:t>
            </a:r>
            <a:r>
              <a:rPr lang="en-US" sz="1800" dirty="0">
                <a:effectLst/>
              </a:rPr>
              <a:t>:</a:t>
            </a:r>
            <a:endParaRPr lang="en-US" dirty="0">
              <a:effectLst/>
            </a:endParaRPr>
          </a:p>
          <a:p>
            <a:pPr algn="l"/>
            <a:r>
              <a:rPr lang="en-US" sz="1800" b="1" dirty="0">
                <a:effectLst/>
              </a:rPr>
              <a:t>Game Structure:</a:t>
            </a:r>
            <a:r>
              <a:rPr lang="en-US" sz="1800" dirty="0">
                <a:effectLst/>
              </a:rPr>
              <a:t> What does the torque analysis tell you about requirements for your structure? What did you determine from the space analysis stack up and how did that impact your 3D model?</a:t>
            </a:r>
          </a:p>
          <a:p>
            <a:pPr algn="l"/>
            <a:r>
              <a:rPr lang="en-US" sz="1800" b="1" dirty="0">
                <a:effectLst/>
              </a:rPr>
              <a:t>Game Piece Mover</a:t>
            </a:r>
            <a:r>
              <a:rPr lang="en-US" dirty="0"/>
              <a:t>: How might you implement the results of your modeling into the vertical movement of the game piece/end effector design?</a:t>
            </a:r>
            <a:r>
              <a:rPr lang="en-US" sz="1800" dirty="0">
                <a:effectLst/>
              </a:rPr>
              <a:t> </a:t>
            </a:r>
            <a:endParaRPr lang="en-US" dirty="0">
              <a:effectLst/>
            </a:endParaRPr>
          </a:p>
          <a:p>
            <a:pPr algn="l"/>
            <a:r>
              <a:rPr lang="en-US" sz="1800" b="1" dirty="0">
                <a:effectLst/>
              </a:rPr>
              <a:t>Code: </a:t>
            </a:r>
            <a:r>
              <a:rPr lang="en-US" dirty="0"/>
              <a:t>Has this first step created a good starting point for your design? Do you see places where you will need to modify this initial code to make it work for our team?</a:t>
            </a:r>
            <a:endParaRPr lang="en-US" dirty="0">
              <a:effectLst/>
            </a:endParaRPr>
          </a:p>
          <a:p>
            <a:pPr algn="l"/>
            <a:r>
              <a:rPr lang="en-US" sz="1800" b="1" dirty="0">
                <a:effectLst/>
              </a:rPr>
              <a:t>Game Board:</a:t>
            </a:r>
            <a:r>
              <a:rPr lang="en-US" sz="1800" dirty="0">
                <a:effectLst/>
              </a:rPr>
              <a:t> H</a:t>
            </a:r>
            <a:r>
              <a:rPr lang="en-US" dirty="0"/>
              <a:t>ow are design factors accounted for in game board layout? Do you feel that you are pushed for space, or do you have room for everything?</a:t>
            </a:r>
          </a:p>
          <a:p>
            <a:pPr algn="l"/>
            <a:r>
              <a:rPr lang="en-US" sz="1800" b="1" dirty="0">
                <a:effectLst/>
              </a:rPr>
              <a:t>Vision:</a:t>
            </a:r>
            <a:r>
              <a:rPr lang="en-US" sz="1800" dirty="0">
                <a:effectLst/>
              </a:rPr>
              <a:t> Where is the cam</a:t>
            </a:r>
            <a:r>
              <a:rPr lang="en-US" dirty="0"/>
              <a:t>era to be mounted and why? What do you now know about your dice tower and how will you incorporate that into your design while still using the tower to reflect game theme?</a:t>
            </a:r>
            <a:endParaRPr lang="en-US" dirty="0">
              <a:effectLst/>
            </a:endParaRPr>
          </a:p>
          <a:p>
            <a:endParaRPr lang="en-US" dirty="0"/>
          </a:p>
        </p:txBody>
      </p:sp>
      <p:sp>
        <p:nvSpPr>
          <p:cNvPr id="6" name="TextBox 5">
            <a:extLst>
              <a:ext uri="{FF2B5EF4-FFF2-40B4-BE49-F238E27FC236}">
                <a16:creationId xmlns:a16="http://schemas.microsoft.com/office/drawing/2014/main" id="{02D4CAB8-5976-4D76-B281-BE08142E0583}"/>
              </a:ext>
            </a:extLst>
          </p:cNvPr>
          <p:cNvSpPr txBox="1"/>
          <p:nvPr/>
        </p:nvSpPr>
        <p:spPr>
          <a:xfrm>
            <a:off x="70520" y="530773"/>
            <a:ext cx="553998" cy="5150068"/>
          </a:xfrm>
          <a:prstGeom prst="rect">
            <a:avLst/>
          </a:prstGeom>
          <a:solidFill>
            <a:schemeClr val="bg1">
              <a:lumMod val="50000"/>
            </a:schemeClr>
          </a:solidFill>
        </p:spPr>
        <p:txBody>
          <a:bodyPr vert="vert270" wrap="square" rtlCol="0">
            <a:spAutoFit/>
          </a:bodyPr>
          <a:lstStyle/>
          <a:p>
            <a:r>
              <a:rPr lang="en-US" sz="2400" dirty="0">
                <a:solidFill>
                  <a:schemeClr val="bg1"/>
                </a:solidFill>
                <a:latin typeface="Georgia" panose="02040502050405020303" pitchFamily="18" charset="0"/>
              </a:rPr>
              <a:t>Evaluation I – Analysis from Models</a:t>
            </a:r>
          </a:p>
        </p:txBody>
      </p:sp>
    </p:spTree>
    <p:extLst>
      <p:ext uri="{BB962C8B-B14F-4D97-AF65-F5344CB8AC3E}">
        <p14:creationId xmlns:p14="http://schemas.microsoft.com/office/powerpoint/2010/main" val="4583397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2E4017-729E-7F40-8D80-93D19605202F}"/>
              </a:ext>
            </a:extLst>
          </p:cNvPr>
          <p:cNvSpPr>
            <a:spLocks noGrp="1"/>
          </p:cNvSpPr>
          <p:nvPr>
            <p:ph type="title"/>
          </p:nvPr>
        </p:nvSpPr>
        <p:spPr/>
        <p:txBody>
          <a:bodyPr/>
          <a:lstStyle/>
          <a:p>
            <a:r>
              <a:rPr lang="en-US" dirty="0"/>
              <a:t>Evaluation 1 – Analysis from Models</a:t>
            </a:r>
          </a:p>
        </p:txBody>
      </p:sp>
      <p:sp>
        <p:nvSpPr>
          <p:cNvPr id="5" name="Content Placeholder 4">
            <a:extLst>
              <a:ext uri="{FF2B5EF4-FFF2-40B4-BE49-F238E27FC236}">
                <a16:creationId xmlns:a16="http://schemas.microsoft.com/office/drawing/2014/main" id="{418C04A7-CAE2-48BF-BEEA-1638EBB7B4AF}"/>
              </a:ext>
            </a:extLst>
          </p:cNvPr>
          <p:cNvSpPr>
            <a:spLocks noGrp="1"/>
          </p:cNvSpPr>
          <p:nvPr>
            <p:ph idx="1"/>
          </p:nvPr>
        </p:nvSpPr>
        <p:spPr/>
        <p:txBody>
          <a:bodyPr/>
          <a:lstStyle/>
          <a:p>
            <a:r>
              <a:rPr lang="en-US" sz="1800" b="1" dirty="0">
                <a:effectLst/>
              </a:rPr>
              <a:t>Vision:</a:t>
            </a:r>
            <a:r>
              <a:rPr lang="en-US" sz="1800" dirty="0">
                <a:effectLst/>
              </a:rPr>
              <a:t> Where is the cam</a:t>
            </a:r>
            <a:r>
              <a:rPr lang="en-US" dirty="0"/>
              <a:t>era to be mounted and why? What do you now know about your dice tower and how will you incorporate that into your design while still using the tower to reflect game theme?</a:t>
            </a:r>
            <a:endParaRPr lang="en-US" dirty="0">
              <a:effectLst/>
            </a:endParaRPr>
          </a:p>
          <a:p>
            <a:endParaRPr lang="en-US" dirty="0"/>
          </a:p>
          <a:p>
            <a:r>
              <a:rPr lang="en-US" dirty="0"/>
              <a:t>Our camera will be mounted around 12 inches above our board. This will allow the camera to see the radius of the board along with the dice box. We can then place alignment markers onto the board and edge of box to use as a home position. From the ramp calculations I now know that the ramps inside the tower need to be no less than 23 degrees to make sure that the dice do not get stuck. The plan for our tower is to make it look like a clock tower to reflect the time travel theme of our game. We can take the calculated degree of each ramp to figure out how tall we need our clock tower to be based on how many ramps are placed inside.</a:t>
            </a:r>
          </a:p>
        </p:txBody>
      </p:sp>
      <p:sp>
        <p:nvSpPr>
          <p:cNvPr id="6" name="TextBox 5">
            <a:extLst>
              <a:ext uri="{FF2B5EF4-FFF2-40B4-BE49-F238E27FC236}">
                <a16:creationId xmlns:a16="http://schemas.microsoft.com/office/drawing/2014/main" id="{E0B54D42-0655-40E7-9A1D-1F064D9200F1}"/>
              </a:ext>
            </a:extLst>
          </p:cNvPr>
          <p:cNvSpPr txBox="1"/>
          <p:nvPr/>
        </p:nvSpPr>
        <p:spPr>
          <a:xfrm>
            <a:off x="70520" y="530773"/>
            <a:ext cx="553998" cy="5150068"/>
          </a:xfrm>
          <a:prstGeom prst="rect">
            <a:avLst/>
          </a:prstGeom>
          <a:solidFill>
            <a:schemeClr val="bg1">
              <a:lumMod val="50000"/>
            </a:schemeClr>
          </a:solidFill>
        </p:spPr>
        <p:txBody>
          <a:bodyPr vert="vert270" wrap="square" rtlCol="0">
            <a:spAutoFit/>
          </a:bodyPr>
          <a:lstStyle/>
          <a:p>
            <a:r>
              <a:rPr lang="en-US" sz="2400" dirty="0">
                <a:solidFill>
                  <a:schemeClr val="bg1"/>
                </a:solidFill>
                <a:latin typeface="Georgia" panose="02040502050405020303" pitchFamily="18" charset="0"/>
              </a:rPr>
              <a:t>Evaluation I – Analysis from Models</a:t>
            </a:r>
          </a:p>
        </p:txBody>
      </p:sp>
      <p:sp>
        <p:nvSpPr>
          <p:cNvPr id="20" name="Rectangle 19">
            <a:extLst>
              <a:ext uri="{FF2B5EF4-FFF2-40B4-BE49-F238E27FC236}">
                <a16:creationId xmlns:a16="http://schemas.microsoft.com/office/drawing/2014/main" id="{B2A871E3-AE78-441E-81AF-C22C8749CE80}"/>
              </a:ext>
            </a:extLst>
          </p:cNvPr>
          <p:cNvSpPr/>
          <p:nvPr/>
        </p:nvSpPr>
        <p:spPr>
          <a:xfrm>
            <a:off x="2088720" y="4776840"/>
            <a:ext cx="548640" cy="1280160"/>
          </a:xfrm>
          <a:prstGeom prst="rect">
            <a:avLst/>
          </a:prstGeom>
          <a:solidFill>
            <a:srgbClr val="000000">
              <a:alpha val="5000"/>
            </a:srgbClr>
          </a:solidFill>
          <a:ln w="126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1"/>
          <a:lstStyle/>
          <a:p>
            <a:endParaRPr lang="en-US">
              <a:solidFill>
                <a:srgbClr val="000000"/>
              </a:solidFill>
            </a:endParaRPr>
          </a:p>
        </p:txBody>
      </p:sp>
      <p:sp>
        <p:nvSpPr>
          <p:cNvPr id="14" name="Elipse 13">
            <a:extLst>
              <a:ext uri="{FF2B5EF4-FFF2-40B4-BE49-F238E27FC236}">
                <a16:creationId xmlns:a16="http://schemas.microsoft.com/office/drawing/2014/main" id="{2CE15BA4-8FDB-496B-AF9E-DA4980D46FEF}"/>
              </a:ext>
            </a:extLst>
          </p:cNvPr>
          <p:cNvSpPr/>
          <p:nvPr/>
        </p:nvSpPr>
        <p:spPr>
          <a:xfrm>
            <a:off x="2179080" y="4892040"/>
            <a:ext cx="365760" cy="365760"/>
          </a:xfrm>
          <a:prstGeom prst="ellipse">
            <a:avLst/>
          </a:prstGeom>
          <a:solidFill>
            <a:srgbClr val="000000">
              <a:alpha val="5000"/>
            </a:srgbClr>
          </a:solidFill>
          <a:ln w="126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1"/>
          <a:lstStyle/>
          <a:p>
            <a:endParaRPr lang="en-US">
              <a:solidFill>
                <a:srgbClr val="000000"/>
              </a:solidFill>
            </a:endParaRPr>
          </a:p>
        </p:txBody>
      </p:sp>
      <mc:AlternateContent xmlns:mc="http://schemas.openxmlformats.org/markup-compatibility/2006" xmlns:p14="http://schemas.microsoft.com/office/powerpoint/2010/main">
        <mc:Choice Requires="p14">
          <p:contentPart p14:bwMode="auto" r:id="rId2">
            <p14:nvContentPartPr>
              <p14:cNvPr id="11" name="Ink 10">
                <a:extLst>
                  <a:ext uri="{FF2B5EF4-FFF2-40B4-BE49-F238E27FC236}">
                    <a16:creationId xmlns:a16="http://schemas.microsoft.com/office/drawing/2014/main" id="{75634D63-278D-43D2-A405-8EB512D51697}"/>
                  </a:ext>
                </a:extLst>
              </p14:cNvPr>
              <p14:cNvContentPartPr/>
              <p14:nvPr/>
            </p14:nvContentPartPr>
            <p14:xfrm>
              <a:off x="2320415" y="5095949"/>
              <a:ext cx="86040" cy="124920"/>
            </p14:xfrm>
          </p:contentPart>
        </mc:Choice>
        <mc:Fallback xmlns="">
          <p:pic>
            <p:nvPicPr>
              <p:cNvPr id="11" name="Ink 10">
                <a:extLst>
                  <a:ext uri="{FF2B5EF4-FFF2-40B4-BE49-F238E27FC236}">
                    <a16:creationId xmlns:a16="http://schemas.microsoft.com/office/drawing/2014/main" id="{75634D63-278D-43D2-A405-8EB512D51697}"/>
                  </a:ext>
                </a:extLst>
              </p:cNvPr>
              <p:cNvPicPr/>
              <p:nvPr/>
            </p:nvPicPr>
            <p:blipFill>
              <a:blip r:embed="rId3"/>
              <a:stretch>
                <a:fillRect/>
              </a:stretch>
            </p:blipFill>
            <p:spPr>
              <a:xfrm>
                <a:off x="2314269" y="5089829"/>
                <a:ext cx="98331" cy="13716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5" name="Ink 14">
                <a:extLst>
                  <a:ext uri="{FF2B5EF4-FFF2-40B4-BE49-F238E27FC236}">
                    <a16:creationId xmlns:a16="http://schemas.microsoft.com/office/drawing/2014/main" id="{484F206F-7F83-A966-0DD9-26BF1A50EFD1}"/>
                  </a:ext>
                </a:extLst>
              </p14:cNvPr>
              <p14:cNvContentPartPr/>
              <p14:nvPr/>
            </p14:nvContentPartPr>
            <p14:xfrm>
              <a:off x="2350655" y="5047349"/>
              <a:ext cx="111240" cy="55080"/>
            </p14:xfrm>
          </p:contentPart>
        </mc:Choice>
        <mc:Fallback xmlns="">
          <p:pic>
            <p:nvPicPr>
              <p:cNvPr id="15" name="Ink 14">
                <a:extLst>
                  <a:ext uri="{FF2B5EF4-FFF2-40B4-BE49-F238E27FC236}">
                    <a16:creationId xmlns:a16="http://schemas.microsoft.com/office/drawing/2014/main" id="{484F206F-7F83-A966-0DD9-26BF1A50EFD1}"/>
                  </a:ext>
                </a:extLst>
              </p:cNvPr>
              <p:cNvPicPr/>
              <p:nvPr/>
            </p:nvPicPr>
            <p:blipFill>
              <a:blip r:embed="rId5"/>
              <a:stretch>
                <a:fillRect/>
              </a:stretch>
            </p:blipFill>
            <p:spPr>
              <a:xfrm>
                <a:off x="2344535" y="5041189"/>
                <a:ext cx="123480" cy="67401"/>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8" name="Ink 17">
                <a:extLst>
                  <a:ext uri="{FF2B5EF4-FFF2-40B4-BE49-F238E27FC236}">
                    <a16:creationId xmlns:a16="http://schemas.microsoft.com/office/drawing/2014/main" id="{D1458782-1143-994F-A52D-B103ED570063}"/>
                  </a:ext>
                </a:extLst>
              </p14:cNvPr>
              <p14:cNvContentPartPr/>
              <p14:nvPr/>
            </p14:nvContentPartPr>
            <p14:xfrm>
              <a:off x="2331935" y="5038349"/>
              <a:ext cx="37440" cy="41760"/>
            </p14:xfrm>
          </p:contentPart>
        </mc:Choice>
        <mc:Fallback xmlns="">
          <p:pic>
            <p:nvPicPr>
              <p:cNvPr id="18" name="Ink 17">
                <a:extLst>
                  <a:ext uri="{FF2B5EF4-FFF2-40B4-BE49-F238E27FC236}">
                    <a16:creationId xmlns:a16="http://schemas.microsoft.com/office/drawing/2014/main" id="{D1458782-1143-994F-A52D-B103ED570063}"/>
                  </a:ext>
                </a:extLst>
              </p:cNvPr>
              <p:cNvPicPr/>
              <p:nvPr/>
            </p:nvPicPr>
            <p:blipFill>
              <a:blip r:embed="rId7"/>
              <a:stretch>
                <a:fillRect/>
              </a:stretch>
            </p:blipFill>
            <p:spPr>
              <a:xfrm>
                <a:off x="2325815" y="5032229"/>
                <a:ext cx="49680" cy="54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2" name="Ink 31">
                <a:extLst>
                  <a:ext uri="{FF2B5EF4-FFF2-40B4-BE49-F238E27FC236}">
                    <a16:creationId xmlns:a16="http://schemas.microsoft.com/office/drawing/2014/main" id="{69488DA1-7511-29D5-5082-1FD239DE8070}"/>
                  </a:ext>
                </a:extLst>
              </p14:cNvPr>
              <p14:cNvContentPartPr/>
              <p14:nvPr/>
            </p14:nvContentPartPr>
            <p14:xfrm>
              <a:off x="2230415" y="4918109"/>
              <a:ext cx="286560" cy="316800"/>
            </p14:xfrm>
          </p:contentPart>
        </mc:Choice>
        <mc:Fallback xmlns="">
          <p:pic>
            <p:nvPicPr>
              <p:cNvPr id="32" name="Ink 31">
                <a:extLst>
                  <a:ext uri="{FF2B5EF4-FFF2-40B4-BE49-F238E27FC236}">
                    <a16:creationId xmlns:a16="http://schemas.microsoft.com/office/drawing/2014/main" id="{69488DA1-7511-29D5-5082-1FD239DE8070}"/>
                  </a:ext>
                </a:extLst>
              </p:cNvPr>
              <p:cNvPicPr/>
              <p:nvPr/>
            </p:nvPicPr>
            <p:blipFill>
              <a:blip r:embed="rId9"/>
              <a:stretch>
                <a:fillRect/>
              </a:stretch>
            </p:blipFill>
            <p:spPr>
              <a:xfrm>
                <a:off x="2224295" y="4911989"/>
                <a:ext cx="298800" cy="3290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42" name="Ink 41">
                <a:extLst>
                  <a:ext uri="{FF2B5EF4-FFF2-40B4-BE49-F238E27FC236}">
                    <a16:creationId xmlns:a16="http://schemas.microsoft.com/office/drawing/2014/main" id="{E4B20894-6FE5-9AA7-F4B1-39BE11B481FD}"/>
                  </a:ext>
                </a:extLst>
              </p14:cNvPr>
              <p14:cNvContentPartPr/>
              <p14:nvPr/>
            </p14:nvContentPartPr>
            <p14:xfrm>
              <a:off x="2507615" y="5098469"/>
              <a:ext cx="5040" cy="7200"/>
            </p14:xfrm>
          </p:contentPart>
        </mc:Choice>
        <mc:Fallback xmlns="">
          <p:pic>
            <p:nvPicPr>
              <p:cNvPr id="42" name="Ink 41">
                <a:extLst>
                  <a:ext uri="{FF2B5EF4-FFF2-40B4-BE49-F238E27FC236}">
                    <a16:creationId xmlns:a16="http://schemas.microsoft.com/office/drawing/2014/main" id="{E4B20894-6FE5-9AA7-F4B1-39BE11B481FD}"/>
                  </a:ext>
                </a:extLst>
              </p:cNvPr>
              <p:cNvPicPr/>
              <p:nvPr/>
            </p:nvPicPr>
            <p:blipFill>
              <a:blip r:embed="rId11"/>
              <a:stretch>
                <a:fillRect/>
              </a:stretch>
            </p:blipFill>
            <p:spPr>
              <a:xfrm>
                <a:off x="2501495" y="5092349"/>
                <a:ext cx="17280" cy="194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48" name="Ink 47">
                <a:extLst>
                  <a:ext uri="{FF2B5EF4-FFF2-40B4-BE49-F238E27FC236}">
                    <a16:creationId xmlns:a16="http://schemas.microsoft.com/office/drawing/2014/main" id="{8CBFF880-0467-A29A-DDE7-77819A57C364}"/>
                  </a:ext>
                </a:extLst>
              </p14:cNvPr>
              <p14:cNvContentPartPr/>
              <p14:nvPr/>
            </p14:nvContentPartPr>
            <p14:xfrm>
              <a:off x="2357495" y="4915949"/>
              <a:ext cx="166320" cy="141120"/>
            </p14:xfrm>
          </p:contentPart>
        </mc:Choice>
        <mc:Fallback xmlns="">
          <p:pic>
            <p:nvPicPr>
              <p:cNvPr id="48" name="Ink 47">
                <a:extLst>
                  <a:ext uri="{FF2B5EF4-FFF2-40B4-BE49-F238E27FC236}">
                    <a16:creationId xmlns:a16="http://schemas.microsoft.com/office/drawing/2014/main" id="{8CBFF880-0467-A29A-DDE7-77819A57C364}"/>
                  </a:ext>
                </a:extLst>
              </p:cNvPr>
              <p:cNvPicPr/>
              <p:nvPr/>
            </p:nvPicPr>
            <p:blipFill>
              <a:blip r:embed="rId13"/>
              <a:stretch>
                <a:fillRect/>
              </a:stretch>
            </p:blipFill>
            <p:spPr>
              <a:xfrm>
                <a:off x="2351388" y="4909829"/>
                <a:ext cx="178534" cy="1533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49" name="Ink 48">
                <a:extLst>
                  <a:ext uri="{FF2B5EF4-FFF2-40B4-BE49-F238E27FC236}">
                    <a16:creationId xmlns:a16="http://schemas.microsoft.com/office/drawing/2014/main" id="{81E660ED-2E80-AE38-259D-B18713225E16}"/>
                  </a:ext>
                </a:extLst>
              </p14:cNvPr>
              <p14:cNvContentPartPr/>
              <p14:nvPr/>
            </p14:nvContentPartPr>
            <p14:xfrm>
              <a:off x="2380535" y="5165429"/>
              <a:ext cx="92520" cy="60120"/>
            </p14:xfrm>
          </p:contentPart>
        </mc:Choice>
        <mc:Fallback xmlns="">
          <p:pic>
            <p:nvPicPr>
              <p:cNvPr id="49" name="Ink 48">
                <a:extLst>
                  <a:ext uri="{FF2B5EF4-FFF2-40B4-BE49-F238E27FC236}">
                    <a16:creationId xmlns:a16="http://schemas.microsoft.com/office/drawing/2014/main" id="{81E660ED-2E80-AE38-259D-B18713225E16}"/>
                  </a:ext>
                </a:extLst>
              </p:cNvPr>
              <p:cNvPicPr/>
              <p:nvPr/>
            </p:nvPicPr>
            <p:blipFill>
              <a:blip r:embed="rId15"/>
              <a:stretch>
                <a:fillRect/>
              </a:stretch>
            </p:blipFill>
            <p:spPr>
              <a:xfrm>
                <a:off x="2374439" y="5159345"/>
                <a:ext cx="104713" cy="72287"/>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50" name="Ink 49">
                <a:extLst>
                  <a:ext uri="{FF2B5EF4-FFF2-40B4-BE49-F238E27FC236}">
                    <a16:creationId xmlns:a16="http://schemas.microsoft.com/office/drawing/2014/main" id="{ED92722B-C001-BFD3-4462-8D163DE596E4}"/>
                  </a:ext>
                </a:extLst>
              </p14:cNvPr>
              <p14:cNvContentPartPr/>
              <p14:nvPr/>
            </p14:nvContentPartPr>
            <p14:xfrm>
              <a:off x="2222495" y="5089109"/>
              <a:ext cx="61200" cy="106200"/>
            </p14:xfrm>
          </p:contentPart>
        </mc:Choice>
        <mc:Fallback xmlns="">
          <p:pic>
            <p:nvPicPr>
              <p:cNvPr id="50" name="Ink 49">
                <a:extLst>
                  <a:ext uri="{FF2B5EF4-FFF2-40B4-BE49-F238E27FC236}">
                    <a16:creationId xmlns:a16="http://schemas.microsoft.com/office/drawing/2014/main" id="{ED92722B-C001-BFD3-4462-8D163DE596E4}"/>
                  </a:ext>
                </a:extLst>
              </p:cNvPr>
              <p:cNvPicPr/>
              <p:nvPr/>
            </p:nvPicPr>
            <p:blipFill>
              <a:blip r:embed="rId17"/>
              <a:stretch>
                <a:fillRect/>
              </a:stretch>
            </p:blipFill>
            <p:spPr>
              <a:xfrm>
                <a:off x="2216411" y="5083010"/>
                <a:ext cx="73368" cy="118399"/>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51" name="Ink 50">
                <a:extLst>
                  <a:ext uri="{FF2B5EF4-FFF2-40B4-BE49-F238E27FC236}">
                    <a16:creationId xmlns:a16="http://schemas.microsoft.com/office/drawing/2014/main" id="{68E02D34-F703-D9AF-1BF9-114CB2339FB9}"/>
                  </a:ext>
                </a:extLst>
              </p14:cNvPr>
              <p14:cNvContentPartPr/>
              <p14:nvPr/>
            </p14:nvContentPartPr>
            <p14:xfrm>
              <a:off x="2235095" y="4948349"/>
              <a:ext cx="39600" cy="66960"/>
            </p14:xfrm>
          </p:contentPart>
        </mc:Choice>
        <mc:Fallback xmlns="">
          <p:pic>
            <p:nvPicPr>
              <p:cNvPr id="51" name="Ink 50">
                <a:extLst>
                  <a:ext uri="{FF2B5EF4-FFF2-40B4-BE49-F238E27FC236}">
                    <a16:creationId xmlns:a16="http://schemas.microsoft.com/office/drawing/2014/main" id="{68E02D34-F703-D9AF-1BF9-114CB2339FB9}"/>
                  </a:ext>
                </a:extLst>
              </p:cNvPr>
              <p:cNvPicPr/>
              <p:nvPr/>
            </p:nvPicPr>
            <p:blipFill>
              <a:blip r:embed="rId19"/>
              <a:stretch>
                <a:fillRect/>
              </a:stretch>
            </p:blipFill>
            <p:spPr>
              <a:xfrm>
                <a:off x="2228975" y="4942262"/>
                <a:ext cx="51840" cy="79135"/>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55" name="Ink 54">
                <a:extLst>
                  <a:ext uri="{FF2B5EF4-FFF2-40B4-BE49-F238E27FC236}">
                    <a16:creationId xmlns:a16="http://schemas.microsoft.com/office/drawing/2014/main" id="{C121B24F-6886-6C15-23E7-D03F1E40E03D}"/>
                  </a:ext>
                </a:extLst>
              </p14:cNvPr>
              <p14:cNvContentPartPr/>
              <p14:nvPr/>
            </p14:nvContentPartPr>
            <p14:xfrm>
              <a:off x="2098687" y="5354771"/>
              <a:ext cx="529200" cy="9720"/>
            </p14:xfrm>
          </p:contentPart>
        </mc:Choice>
        <mc:Fallback xmlns="">
          <p:pic>
            <p:nvPicPr>
              <p:cNvPr id="55" name="Ink 54">
                <a:extLst>
                  <a:ext uri="{FF2B5EF4-FFF2-40B4-BE49-F238E27FC236}">
                    <a16:creationId xmlns:a16="http://schemas.microsoft.com/office/drawing/2014/main" id="{C121B24F-6886-6C15-23E7-D03F1E40E03D}"/>
                  </a:ext>
                </a:extLst>
              </p:cNvPr>
              <p:cNvPicPr/>
              <p:nvPr/>
            </p:nvPicPr>
            <p:blipFill>
              <a:blip r:embed="rId21"/>
              <a:stretch>
                <a:fillRect/>
              </a:stretch>
            </p:blipFill>
            <p:spPr>
              <a:xfrm>
                <a:off x="2092567" y="5348651"/>
                <a:ext cx="541440" cy="21960"/>
              </a:xfrm>
              <a:prstGeom prst="rect">
                <a:avLst/>
              </a:prstGeom>
            </p:spPr>
          </p:pic>
        </mc:Fallback>
      </mc:AlternateContent>
    </p:spTree>
    <p:extLst>
      <p:ext uri="{BB962C8B-B14F-4D97-AF65-F5344CB8AC3E}">
        <p14:creationId xmlns:p14="http://schemas.microsoft.com/office/powerpoint/2010/main" val="2964119119"/>
      </p:ext>
    </p:extLst>
  </p:cSld>
  <p:clrMapOvr>
    <a:masterClrMapping/>
  </p:clrMapOvr>
</p:sld>
</file>

<file path=ppt/theme/theme1.xml><?xml version="1.0" encoding="utf-8"?>
<a:theme xmlns:a="http://schemas.openxmlformats.org/drawingml/2006/main" name="Office Theme">
  <a:themeElements>
    <a:clrScheme name="UK Brand Color Set">
      <a:dk1>
        <a:srgbClr val="0033A0"/>
      </a:dk1>
      <a:lt1>
        <a:srgbClr val="FFFFFF"/>
      </a:lt1>
      <a:dk2>
        <a:srgbClr val="1B365D"/>
      </a:dk2>
      <a:lt2>
        <a:srgbClr val="DCDDDE"/>
      </a:lt2>
      <a:accent1>
        <a:srgbClr val="1E8AFF"/>
      </a:accent1>
      <a:accent2>
        <a:srgbClr val="FFA360"/>
      </a:accent2>
      <a:accent3>
        <a:srgbClr val="4CBCC0"/>
      </a:accent3>
      <a:accent4>
        <a:srgbClr val="FFC000"/>
      </a:accent4>
      <a:accent5>
        <a:srgbClr val="B1C9E8"/>
      </a:accent5>
      <a:accent6>
        <a:srgbClr val="D6D2C3"/>
      </a:accent6>
      <a:hlink>
        <a:srgbClr val="0C3AA7"/>
      </a:hlink>
      <a:folHlink>
        <a:srgbClr val="22477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19-06037 PowerPoint Classic Template 4x3" id="{4DC85823-1BC8-754E-AACD-C350827CE5E1}" vid="{62366120-CB1C-6648-8F9C-6840A4B7D22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12f2d600-e9e1-4f3d-90ec-0f2e0be48fad"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F2EEB5C95D0FFD44BE97695AFFB35B97" ma:contentTypeVersion="10" ma:contentTypeDescription="Create a new document." ma:contentTypeScope="" ma:versionID="deb5cbc4c5f7ef31186d9e9b0a3f4a5a">
  <xsd:schema xmlns:xsd="http://www.w3.org/2001/XMLSchema" xmlns:xs="http://www.w3.org/2001/XMLSchema" xmlns:p="http://schemas.microsoft.com/office/2006/metadata/properties" xmlns:ns3="12f2d600-e9e1-4f3d-90ec-0f2e0be48fad" targetNamespace="http://schemas.microsoft.com/office/2006/metadata/properties" ma:root="true" ma:fieldsID="b8007c65b9b049799dd0c15153e53a7f" ns3:_="">
    <xsd:import namespace="12f2d600-e9e1-4f3d-90ec-0f2e0be48fad"/>
    <xsd:element name="properties">
      <xsd:complexType>
        <xsd:sequence>
          <xsd:element name="documentManagement">
            <xsd:complexType>
              <xsd:all>
                <xsd:element ref="ns3:_activity" minOccurs="0"/>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MediaServiceSystemTags" minOccurs="0"/>
                <xsd:element ref="ns3:MediaServiceGenerationTime" minOccurs="0"/>
                <xsd:element ref="ns3:MediaServiceEventHashCode"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2f2d600-e9e1-4f3d-90ec-0f2e0be48fad" elementFormDefault="qualified">
    <xsd:import namespace="http://schemas.microsoft.com/office/2006/documentManagement/types"/>
    <xsd:import namespace="http://schemas.microsoft.com/office/infopath/2007/PartnerControls"/>
    <xsd:element name="_activity" ma:index="8" nillable="true" ma:displayName="_activity" ma:hidden="true" ma:internalName="_activity">
      <xsd:simpleType>
        <xsd:restriction base="dms:Note"/>
      </xsd:simpleType>
    </xsd:element>
    <xsd:element name="MediaServiceDateTaken" ma:index="9" nillable="true" ma:displayName="MediaServiceDateTaken" ma:hidden="true" ma:indexed="true" ma:internalName="MediaServiceDateTaken" ma:readOnly="true">
      <xsd:simpleType>
        <xsd:restriction base="dms:Text"/>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MediaServiceSystemTags" ma:index="14" nillable="true" ma:displayName="MediaServiceSystemTags" ma:hidden="true" ma:internalName="MediaServiceSystemTags" ma:readOnly="true">
      <xsd:simpleType>
        <xsd:restriction base="dms:Note"/>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5E18C3B-890B-4DEF-A304-1B433F15AEC6}">
  <ds:schemaRefs>
    <ds:schemaRef ds:uri="http://schemas.microsoft.com/sharepoint/v3/contenttype/forms"/>
  </ds:schemaRefs>
</ds:datastoreItem>
</file>

<file path=customXml/itemProps2.xml><?xml version="1.0" encoding="utf-8"?>
<ds:datastoreItem xmlns:ds="http://schemas.openxmlformats.org/officeDocument/2006/customXml" ds:itemID="{845553DB-DACE-41EA-97BA-2A4AF7DE4146}">
  <ds:schemaRefs>
    <ds:schemaRef ds:uri="http://purl.org/dc/dcmitype/"/>
    <ds:schemaRef ds:uri="http://schemas.microsoft.com/office/2006/documentManagement/types"/>
    <ds:schemaRef ds:uri="http://schemas.openxmlformats.org/package/2006/metadata/core-properties"/>
    <ds:schemaRef ds:uri="http://purl.org/dc/elements/1.1/"/>
    <ds:schemaRef ds:uri="http://schemas.microsoft.com/office/2006/metadata/properties"/>
    <ds:schemaRef ds:uri="http://www.w3.org/XML/1998/namespace"/>
    <ds:schemaRef ds:uri="http://purl.org/dc/terms/"/>
    <ds:schemaRef ds:uri="http://schemas.microsoft.com/office/infopath/2007/PartnerControls"/>
    <ds:schemaRef ds:uri="12f2d600-e9e1-4f3d-90ec-0f2e0be48fad"/>
  </ds:schemaRefs>
</ds:datastoreItem>
</file>

<file path=customXml/itemProps3.xml><?xml version="1.0" encoding="utf-8"?>
<ds:datastoreItem xmlns:ds="http://schemas.openxmlformats.org/officeDocument/2006/customXml" ds:itemID="{F0B45E68-59F9-4EF3-B0E8-BA35458B785F}">
  <ds:schemaRefs>
    <ds:schemaRef ds:uri="http://schemas.microsoft.com/office/2006/metadata/contentType"/>
    <ds:schemaRef ds:uri="http://schemas.microsoft.com/office/2006/metadata/properties/metaAttributes"/>
    <ds:schemaRef ds:uri="http://www.w3.org/2000/xmlns/"/>
    <ds:schemaRef ds:uri="http://www.w3.org/2001/XMLSchema"/>
    <ds:schemaRef ds:uri="12f2d600-e9e1-4f3d-90ec-0f2e0be48fad"/>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UK classic powerpoint template 4x3</Template>
  <TotalTime>417</TotalTime>
  <Words>1107</Words>
  <Application>Microsoft Office PowerPoint</Application>
  <PresentationFormat>On-screen Show (4:3)</PresentationFormat>
  <Paragraphs>48</Paragraphs>
  <Slides>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Aptos</vt:lpstr>
      <vt:lpstr>Arial</vt:lpstr>
      <vt:lpstr>Calibri</vt:lpstr>
      <vt:lpstr>Georgia</vt:lpstr>
      <vt:lpstr>Helvetica</vt:lpstr>
      <vt:lpstr>Wingdings</vt:lpstr>
      <vt:lpstr>Office Theme</vt:lpstr>
      <vt:lpstr>Proof of Concept/ Synthesis &amp; Evaluation Modeling Part 1</vt:lpstr>
      <vt:lpstr>Synthesis – Modeling Part 1 Instructions</vt:lpstr>
      <vt:lpstr>Synthesis – Modeling Part 1 Rubric</vt:lpstr>
      <vt:lpstr>Synthesis – Modeling Part 1</vt:lpstr>
      <vt:lpstr>Synthesis – Modeling Part 1</vt:lpstr>
      <vt:lpstr>Synthesis – Modeling Part 1</vt:lpstr>
      <vt:lpstr>Synthesis – Modeling Part 1</vt:lpstr>
      <vt:lpstr>Evaluation I – Analysis from Modeling Rubric</vt:lpstr>
      <vt:lpstr>Evaluation 1 – Analysis from Models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Lovely, Jennifer L.</dc:creator>
  <cp:lastModifiedBy>Salyers, Kobe R.</cp:lastModifiedBy>
  <cp:revision>38</cp:revision>
  <dcterms:created xsi:type="dcterms:W3CDTF">2022-07-01T01:15:45Z</dcterms:created>
  <dcterms:modified xsi:type="dcterms:W3CDTF">2025-04-24T03:48:19Z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0x010100F2EEB5C95D0FFD44BE97695AFFB35B97</vt:lpwstr>
  </property>
</Properties>
</file>