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sldIdLst>
    <p:sldId id="263" r:id="rId5"/>
    <p:sldId id="278" r:id="rId6"/>
    <p:sldId id="284" r:id="rId7"/>
    <p:sldId id="279" r:id="rId8"/>
    <p:sldId id="285" r:id="rId9"/>
    <p:sldId id="286" r:id="rId10"/>
    <p:sldId id="287" r:id="rId11"/>
    <p:sldId id="288" r:id="rId12"/>
    <p:sldId id="289" r:id="rId13"/>
    <p:sldId id="290" r:id="rId14"/>
    <p:sldId id="291" r:id="rId15"/>
    <p:sldId id="292"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784322-2865-5FB6-4113-8F57830CAB22}" v="27" dt="2025-03-13T22:11:36.002"/>
    <p1510:client id="{FCD2ED57-16F6-1E4B-AB20-D77FEAEBD3CA}" v="3" dt="2025-03-13T22:09:43.5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4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D8FD12-8291-4763-AC0E-254D5C6DCCD7}" type="datetimeFigureOut">
              <a:rPr lang="en-US" smtClean="0"/>
              <a:t>4/23/2025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D6AEEA-F7E6-4A4D-80A2-E8C855F8D4EA}" type="slidenum">
              <a:rPr lang="en-US" smtClean="0"/>
              <a:t>‹#›</a:t>
            </a:fld>
            <a:endParaRPr lang="en-US"/>
          </a:p>
        </p:txBody>
      </p:sp>
    </p:spTree>
    <p:extLst>
      <p:ext uri="{BB962C8B-B14F-4D97-AF65-F5344CB8AC3E}">
        <p14:creationId xmlns:p14="http://schemas.microsoft.com/office/powerpoint/2010/main" val="69634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CEA2FFA-9519-E947-A77B-3629CB771031}"/>
              </a:ext>
            </a:extLst>
          </p:cNvPr>
          <p:cNvSpPr>
            <a:spLocks noGrp="1"/>
          </p:cNvSpPr>
          <p:nvPr>
            <p:ph type="dt" sz="half" idx="10"/>
          </p:nvPr>
        </p:nvSpPr>
        <p:spPr/>
        <p:txBody>
          <a:bodyPr/>
          <a:lstStyle/>
          <a:p>
            <a:fld id="{7DE54394-0A55-9E4B-9093-4E3BE26D1CC3}" type="datetimeFigureOut">
              <a:rPr lang="en-US" smtClean="0">
                <a:latin typeface="Helvetica" pitchFamily="2" charset="0"/>
              </a:rPr>
              <a:pPr/>
              <a:t>4/23/2025</a:t>
            </a:fld>
            <a:endParaRPr lang="en-US">
              <a:latin typeface="Helvetica" pitchFamily="2" charset="0"/>
            </a:endParaRPr>
          </a:p>
        </p:txBody>
      </p:sp>
      <p:sp>
        <p:nvSpPr>
          <p:cNvPr id="4" name="Footer Placeholder 3">
            <a:extLst>
              <a:ext uri="{FF2B5EF4-FFF2-40B4-BE49-F238E27FC236}">
                <a16:creationId xmlns:a16="http://schemas.microsoft.com/office/drawing/2014/main" id="{918BA114-198C-2A45-8320-BA9851F6AA54}"/>
              </a:ext>
            </a:extLst>
          </p:cNvPr>
          <p:cNvSpPr>
            <a:spLocks noGrp="1"/>
          </p:cNvSpPr>
          <p:nvPr>
            <p:ph type="ftr" sz="quarter" idx="11"/>
          </p:nvPr>
        </p:nvSpPr>
        <p:spPr/>
        <p:txBody>
          <a:bodyPr/>
          <a:lstStyle/>
          <a:p>
            <a:r>
              <a:rPr lang="en-US"/>
              <a:t>Add department / title name</a:t>
            </a:r>
          </a:p>
        </p:txBody>
      </p:sp>
      <p:sp>
        <p:nvSpPr>
          <p:cNvPr id="5" name="Slide Number Placeholder 4">
            <a:extLst>
              <a:ext uri="{FF2B5EF4-FFF2-40B4-BE49-F238E27FC236}">
                <a16:creationId xmlns:a16="http://schemas.microsoft.com/office/drawing/2014/main" id="{B65C6B9B-694E-564C-ACDD-2B9AA1B3F727}"/>
              </a:ext>
            </a:extLst>
          </p:cNvPr>
          <p:cNvSpPr>
            <a:spLocks noGrp="1"/>
          </p:cNvSpPr>
          <p:nvPr>
            <p:ph type="sldNum" sz="quarter" idx="12"/>
          </p:nvPr>
        </p:nvSpPr>
        <p:spPr/>
        <p:txBody>
          <a:bodyPr/>
          <a:lstStyle/>
          <a:p>
            <a:fld id="{8A16B8CB-D56F-2744-807F-154426EF1DF6}" type="slidenum">
              <a:rPr lang="en-US" smtClean="0"/>
              <a:pPr/>
              <a:t>‹#›</a:t>
            </a:fld>
            <a:endParaRPr lang="en-US"/>
          </a:p>
        </p:txBody>
      </p:sp>
      <p:pic>
        <p:nvPicPr>
          <p:cNvPr id="14" name="Picture 13">
            <a:extLst>
              <a:ext uri="{FF2B5EF4-FFF2-40B4-BE49-F238E27FC236}">
                <a16:creationId xmlns:a16="http://schemas.microsoft.com/office/drawing/2014/main" id="{F8A2D5A8-0D18-8340-9237-AECB4505A3D7}"/>
              </a:ext>
            </a:extLst>
          </p:cNvPr>
          <p:cNvPicPr>
            <a:picLocks noChangeAspect="1"/>
          </p:cNvPicPr>
          <p:nvPr userDrawn="1"/>
        </p:nvPicPr>
        <p:blipFill>
          <a:blip r:embed="rId2"/>
          <a:stretch>
            <a:fillRect/>
          </a:stretch>
        </p:blipFill>
        <p:spPr>
          <a:xfrm>
            <a:off x="22724" y="0"/>
            <a:ext cx="9121276" cy="6858000"/>
          </a:xfrm>
          <a:prstGeom prst="rect">
            <a:avLst/>
          </a:prstGeom>
        </p:spPr>
      </p:pic>
      <p:sp>
        <p:nvSpPr>
          <p:cNvPr id="6" name="Title Placeholder 12">
            <a:extLst>
              <a:ext uri="{FF2B5EF4-FFF2-40B4-BE49-F238E27FC236}">
                <a16:creationId xmlns:a16="http://schemas.microsoft.com/office/drawing/2014/main" id="{6E5775B4-F0E7-4A48-BF5D-AF263FA2D60C}"/>
              </a:ext>
            </a:extLst>
          </p:cNvPr>
          <p:cNvSpPr>
            <a:spLocks noGrp="1"/>
          </p:cNvSpPr>
          <p:nvPr>
            <p:ph type="title" hasCustomPrompt="1"/>
          </p:nvPr>
        </p:nvSpPr>
        <p:spPr>
          <a:xfrm>
            <a:off x="589649" y="524026"/>
            <a:ext cx="7886700" cy="4424856"/>
          </a:xfrm>
          <a:prstGeom prst="rect">
            <a:avLst/>
          </a:prstGeom>
        </p:spPr>
        <p:txBody>
          <a:bodyPr vert="horz" lIns="91440" tIns="45720" rIns="91440" bIns="45720" rtlCol="0" anchor="ctr">
            <a:noAutofit/>
          </a:bodyPr>
          <a:lstStyle>
            <a:lvl1pPr>
              <a:defRPr sz="3200"/>
            </a:lvl1pPr>
          </a:lstStyle>
          <a:p>
            <a:r>
              <a:rPr lang="en-US"/>
              <a:t>Click to edit </a:t>
            </a:r>
            <a:br>
              <a:rPr lang="en-US"/>
            </a:br>
            <a:r>
              <a:rPr lang="en-US"/>
              <a:t>Master title style</a:t>
            </a:r>
          </a:p>
        </p:txBody>
      </p:sp>
      <p:sp>
        <p:nvSpPr>
          <p:cNvPr id="7" name="Text Placeholder 2">
            <a:extLst>
              <a:ext uri="{FF2B5EF4-FFF2-40B4-BE49-F238E27FC236}">
                <a16:creationId xmlns:a16="http://schemas.microsoft.com/office/drawing/2014/main" id="{9B9DD850-EB65-E74F-922F-F4E9D2D6B834}"/>
              </a:ext>
            </a:extLst>
          </p:cNvPr>
          <p:cNvSpPr>
            <a:spLocks noGrp="1"/>
          </p:cNvSpPr>
          <p:nvPr>
            <p:ph idx="1"/>
          </p:nvPr>
        </p:nvSpPr>
        <p:spPr>
          <a:xfrm>
            <a:off x="599464" y="4991207"/>
            <a:ext cx="7032050" cy="938745"/>
          </a:xfrm>
          <a:prstGeom prst="rect">
            <a:avLst/>
          </a:prstGeom>
        </p:spPr>
        <p:txBody>
          <a:bodyPr vert="horz" lIns="91440" tIns="45720" rIns="91440" bIns="45720" rtlCol="0">
            <a:normAutofit/>
          </a:bodyPr>
          <a:lstStyle>
            <a:lvl1pPr>
              <a:defRPr sz="2000">
                <a:solidFill>
                  <a:schemeClr val="bg1">
                    <a:lumMod val="75000"/>
                  </a:schemeClr>
                </a:solidFill>
              </a:defRPr>
            </a:lvl1pPr>
          </a:lstStyle>
          <a:p>
            <a:pPr lvl="0"/>
            <a:r>
              <a:rPr lang="en-US"/>
              <a:t>Click to edit Master text styles</a:t>
            </a:r>
          </a:p>
        </p:txBody>
      </p:sp>
    </p:spTree>
    <p:extLst>
      <p:ext uri="{BB962C8B-B14F-4D97-AF65-F5344CB8AC3E}">
        <p14:creationId xmlns:p14="http://schemas.microsoft.com/office/powerpoint/2010/main" val="3151906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06C2608-EBCA-CD43-998A-13A8FDB5E2D0}"/>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a:p>
        </p:txBody>
      </p:sp>
      <p:sp>
        <p:nvSpPr>
          <p:cNvPr id="5" name="Footer Placeholder 4">
            <a:extLst>
              <a:ext uri="{FF2B5EF4-FFF2-40B4-BE49-F238E27FC236}">
                <a16:creationId xmlns:a16="http://schemas.microsoft.com/office/drawing/2014/main" id="{76342C9E-A648-8948-B2CE-DAE4F9E993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90DC5-CC32-C048-B807-7FB3B1AB72CA}"/>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9" name="Title Placeholder 1">
            <a:extLst>
              <a:ext uri="{FF2B5EF4-FFF2-40B4-BE49-F238E27FC236}">
                <a16:creationId xmlns:a16="http://schemas.microsoft.com/office/drawing/2014/main" id="{8734DBAE-BB9B-FD48-B664-5EB48F2D27FA}"/>
              </a:ext>
            </a:extLst>
          </p:cNvPr>
          <p:cNvSpPr>
            <a:spLocks noGrp="1"/>
          </p:cNvSpPr>
          <p:nvPr>
            <p:ph type="title" hasCustomPrompt="1"/>
          </p:nvPr>
        </p:nvSpPr>
        <p:spPr>
          <a:xfrm>
            <a:off x="883690" y="139986"/>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a:t>Click to edit title style</a:t>
            </a:r>
          </a:p>
        </p:txBody>
      </p:sp>
      <p:sp>
        <p:nvSpPr>
          <p:cNvPr id="12" name="Text Placeholder 2">
            <a:extLst>
              <a:ext uri="{FF2B5EF4-FFF2-40B4-BE49-F238E27FC236}">
                <a16:creationId xmlns:a16="http://schemas.microsoft.com/office/drawing/2014/main" id="{7A233D3F-0958-F94B-9E02-539A512A0CAC}"/>
              </a:ext>
            </a:extLst>
          </p:cNvPr>
          <p:cNvSpPr>
            <a:spLocks noGrp="1"/>
          </p:cNvSpPr>
          <p:nvPr>
            <p:ph idx="1"/>
          </p:nvPr>
        </p:nvSpPr>
        <p:spPr>
          <a:xfrm>
            <a:off x="1050878" y="1195295"/>
            <a:ext cx="7728383" cy="4761953"/>
          </a:xfrm>
          <a:prstGeom prst="rect">
            <a:avLst/>
          </a:prstGeom>
        </p:spPr>
        <p:txBody>
          <a:bodyPr vert="horz" lIns="91440" tIns="45720" rIns="91440" bIns="45720" rtlCol="0">
            <a:normAutofit/>
          </a:bodyPr>
          <a:lstStyle>
            <a:lvl1pPr algn="l">
              <a:defRPr sz="1800" cap="none" baseline="0">
                <a:solidFill>
                  <a:srgbClr val="0033A0"/>
                </a:solidFill>
              </a:defRPr>
            </a:lvl1pPr>
            <a:lvl2pPr marL="600060" indent="-257168" algn="l">
              <a:buFont typeface="Wingdings" pitchFamily="2" charset="2"/>
              <a:buChar char="§"/>
              <a:defRPr sz="1500" b="0" i="0">
                <a:solidFill>
                  <a:srgbClr val="0033A0"/>
                </a:solidFill>
                <a:latin typeface="Helvetica" pitchFamily="2" charset="0"/>
              </a:defRPr>
            </a:lvl2pPr>
            <a:lvl3pPr marL="942952" indent="-257168" algn="l">
              <a:buFont typeface="Wingdings" pitchFamily="2" charset="2"/>
              <a:buChar char="§"/>
              <a:defRPr sz="1350" b="0" i="0">
                <a:solidFill>
                  <a:srgbClr val="0033A0"/>
                </a:solidFill>
                <a:latin typeface="Helvetica" pitchFamily="2" charset="0"/>
              </a:defRPr>
            </a:lvl3pPr>
            <a:lvl4pPr marL="1242982" indent="-214308" algn="l">
              <a:buFont typeface="Wingdings" pitchFamily="2" charset="2"/>
              <a:buChar char="§"/>
              <a:defRPr sz="1200" b="0" i="0">
                <a:solidFill>
                  <a:srgbClr val="0033A0"/>
                </a:solidFill>
                <a:latin typeface="Helvetica" pitchFamily="2" charset="0"/>
              </a:defRPr>
            </a:lvl4pPr>
            <a:lvl5pPr marL="1585874" indent="-214308" algn="l">
              <a:buFont typeface="Wingdings" pitchFamily="2" charset="2"/>
              <a:buChar char="§"/>
              <a:defRPr sz="1200" b="0" i="0">
                <a:solidFill>
                  <a:srgbClr val="0033A0"/>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52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06C2608-EBCA-CD43-998A-13A8FDB5E2D0}"/>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a:p>
        </p:txBody>
      </p:sp>
      <p:sp>
        <p:nvSpPr>
          <p:cNvPr id="5" name="Footer Placeholder 4">
            <a:extLst>
              <a:ext uri="{FF2B5EF4-FFF2-40B4-BE49-F238E27FC236}">
                <a16:creationId xmlns:a16="http://schemas.microsoft.com/office/drawing/2014/main" id="{76342C9E-A648-8948-B2CE-DAE4F9E993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90DC5-CC32-C048-B807-7FB3B1AB72CA}"/>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9" name="Title Placeholder 1">
            <a:extLst>
              <a:ext uri="{FF2B5EF4-FFF2-40B4-BE49-F238E27FC236}">
                <a16:creationId xmlns:a16="http://schemas.microsoft.com/office/drawing/2014/main" id="{8734DBAE-BB9B-FD48-B664-5EB48F2D27FA}"/>
              </a:ext>
            </a:extLst>
          </p:cNvPr>
          <p:cNvSpPr>
            <a:spLocks noGrp="1"/>
          </p:cNvSpPr>
          <p:nvPr>
            <p:ph type="title" hasCustomPrompt="1"/>
          </p:nvPr>
        </p:nvSpPr>
        <p:spPr>
          <a:xfrm>
            <a:off x="880278" y="143303"/>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a:t>Click to edit title style</a:t>
            </a:r>
          </a:p>
        </p:txBody>
      </p:sp>
      <p:sp>
        <p:nvSpPr>
          <p:cNvPr id="12" name="Text Placeholder 2">
            <a:extLst>
              <a:ext uri="{FF2B5EF4-FFF2-40B4-BE49-F238E27FC236}">
                <a16:creationId xmlns:a16="http://schemas.microsoft.com/office/drawing/2014/main" id="{7A233D3F-0958-F94B-9E02-539A512A0CAC}"/>
              </a:ext>
            </a:extLst>
          </p:cNvPr>
          <p:cNvSpPr>
            <a:spLocks noGrp="1"/>
          </p:cNvSpPr>
          <p:nvPr>
            <p:ph idx="1"/>
          </p:nvPr>
        </p:nvSpPr>
        <p:spPr>
          <a:xfrm>
            <a:off x="1018464" y="1324951"/>
            <a:ext cx="7663651" cy="1998279"/>
          </a:xfrm>
          <a:prstGeom prst="rect">
            <a:avLst/>
          </a:prstGeom>
        </p:spPr>
        <p:txBody>
          <a:bodyPr vert="horz" lIns="91440" tIns="45720" rIns="91440" bIns="45720" rtlCol="0">
            <a:normAutofit/>
          </a:bodyPr>
          <a:lstStyle>
            <a:lvl1pPr algn="l">
              <a:defRPr sz="1800" cap="none" baseline="0">
                <a:solidFill>
                  <a:srgbClr val="0033A0"/>
                </a:solidFill>
              </a:defRPr>
            </a:lvl1pPr>
            <a:lvl2pPr marL="600060" indent="-257168" algn="l">
              <a:buFont typeface="Wingdings" pitchFamily="2" charset="2"/>
              <a:buChar char="§"/>
              <a:defRPr sz="1500" b="0" i="0">
                <a:solidFill>
                  <a:srgbClr val="0033A0"/>
                </a:solidFill>
                <a:latin typeface="Helvetica" pitchFamily="2" charset="0"/>
              </a:defRPr>
            </a:lvl2pPr>
            <a:lvl3pPr marL="942952" indent="-257168" algn="l">
              <a:buFont typeface="Wingdings" pitchFamily="2" charset="2"/>
              <a:buChar char="§"/>
              <a:defRPr sz="1350" b="0" i="0">
                <a:solidFill>
                  <a:srgbClr val="0033A0"/>
                </a:solidFill>
                <a:latin typeface="Helvetica" pitchFamily="2" charset="0"/>
              </a:defRPr>
            </a:lvl3pPr>
            <a:lvl4pPr marL="1242982" indent="-214308" algn="l">
              <a:buFont typeface="Wingdings" pitchFamily="2" charset="2"/>
              <a:buChar char="§"/>
              <a:defRPr sz="1200" b="0" i="0">
                <a:solidFill>
                  <a:srgbClr val="0033A0"/>
                </a:solidFill>
                <a:latin typeface="Helvetica" pitchFamily="2" charset="0"/>
              </a:defRPr>
            </a:lvl4pPr>
            <a:lvl5pPr marL="1585874" indent="-214308" algn="l">
              <a:buFont typeface="Wingdings" pitchFamily="2" charset="2"/>
              <a:buChar char="§"/>
              <a:defRPr sz="1200" b="0" i="0">
                <a:solidFill>
                  <a:srgbClr val="0033A0"/>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A5716DEB-ACC5-334E-B749-4E5073D539E5}"/>
              </a:ext>
            </a:extLst>
          </p:cNvPr>
          <p:cNvSpPr>
            <a:spLocks noGrp="1"/>
          </p:cNvSpPr>
          <p:nvPr>
            <p:ph idx="13"/>
          </p:nvPr>
        </p:nvSpPr>
        <p:spPr>
          <a:xfrm>
            <a:off x="1018464" y="3613226"/>
            <a:ext cx="7663651" cy="1998279"/>
          </a:xfrm>
          <a:prstGeom prst="rect">
            <a:avLst/>
          </a:prstGeom>
        </p:spPr>
        <p:txBody>
          <a:bodyPr vert="horz" lIns="91440" tIns="45720" rIns="91440" bIns="45720" rtlCol="0">
            <a:normAutofit/>
          </a:bodyPr>
          <a:lstStyle>
            <a:lvl1pPr algn="l">
              <a:defRPr sz="1800" cap="none" baseline="0">
                <a:solidFill>
                  <a:srgbClr val="0033A0"/>
                </a:solidFill>
              </a:defRPr>
            </a:lvl1pPr>
            <a:lvl2pPr marL="600060" indent="-257168" algn="l">
              <a:buFont typeface="Wingdings" pitchFamily="2" charset="2"/>
              <a:buChar char="§"/>
              <a:defRPr sz="1500" b="0" i="0">
                <a:solidFill>
                  <a:srgbClr val="0033A0"/>
                </a:solidFill>
                <a:latin typeface="Helvetica" pitchFamily="2" charset="0"/>
              </a:defRPr>
            </a:lvl2pPr>
            <a:lvl3pPr marL="942952" indent="-257168" algn="l">
              <a:buFont typeface="Wingdings" pitchFamily="2" charset="2"/>
              <a:buChar char="§"/>
              <a:defRPr sz="1350" b="0" i="0">
                <a:solidFill>
                  <a:srgbClr val="0033A0"/>
                </a:solidFill>
                <a:latin typeface="Helvetica" pitchFamily="2" charset="0"/>
              </a:defRPr>
            </a:lvl3pPr>
            <a:lvl4pPr marL="1242982" indent="-214308" algn="l">
              <a:buFont typeface="Wingdings" pitchFamily="2" charset="2"/>
              <a:buChar char="§"/>
              <a:defRPr sz="1200" b="0" i="0">
                <a:solidFill>
                  <a:srgbClr val="0033A0"/>
                </a:solidFill>
                <a:latin typeface="Helvetica" pitchFamily="2" charset="0"/>
              </a:defRPr>
            </a:lvl4pPr>
            <a:lvl5pPr marL="1585874" indent="-214308" algn="l">
              <a:buFont typeface="Wingdings" pitchFamily="2" charset="2"/>
              <a:buChar char="§"/>
              <a:defRPr sz="1200" b="0" i="0">
                <a:solidFill>
                  <a:srgbClr val="0033A0"/>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2867B4A6-B411-1E41-9A9E-92741E88C67F}"/>
              </a:ext>
            </a:extLst>
          </p:cNvPr>
          <p:cNvCxnSpPr>
            <a:cxnSpLocks/>
          </p:cNvCxnSpPr>
          <p:nvPr userDrawn="1"/>
        </p:nvCxnSpPr>
        <p:spPr>
          <a:xfrm>
            <a:off x="1018464" y="3487004"/>
            <a:ext cx="7663651"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0407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2739CD-353B-494F-9F24-C779DF0FC265}"/>
              </a:ext>
            </a:extLst>
          </p:cNvPr>
          <p:cNvPicPr>
            <a:picLocks noChangeAspect="1"/>
          </p:cNvPicPr>
          <p:nvPr userDrawn="1"/>
        </p:nvPicPr>
        <p:blipFill rotWithShape="1">
          <a:blip r:embed="rId2"/>
          <a:srcRect l="56802" t="7912" r="13182" b="16192"/>
          <a:stretch/>
        </p:blipFill>
        <p:spPr>
          <a:xfrm>
            <a:off x="5195146" y="928048"/>
            <a:ext cx="3584116" cy="5268035"/>
          </a:xfrm>
          <a:prstGeom prst="rect">
            <a:avLst/>
          </a:prstGeom>
        </p:spPr>
      </p:pic>
      <p:sp>
        <p:nvSpPr>
          <p:cNvPr id="2" name="Title 1">
            <a:extLst>
              <a:ext uri="{FF2B5EF4-FFF2-40B4-BE49-F238E27FC236}">
                <a16:creationId xmlns:a16="http://schemas.microsoft.com/office/drawing/2014/main" id="{BDA1A315-6C17-0B47-8B21-CEA03B2452FA}"/>
              </a:ext>
            </a:extLst>
          </p:cNvPr>
          <p:cNvSpPr>
            <a:spLocks noGrp="1"/>
          </p:cNvSpPr>
          <p:nvPr>
            <p:ph type="ctrTitle" hasCustomPrompt="1"/>
          </p:nvPr>
        </p:nvSpPr>
        <p:spPr>
          <a:xfrm>
            <a:off x="948518" y="524763"/>
            <a:ext cx="4235567" cy="2876941"/>
          </a:xfrm>
          <a:prstGeom prst="rect">
            <a:avLst/>
          </a:prstGeom>
        </p:spPr>
        <p:txBody>
          <a:bodyPr anchor="b">
            <a:normAutofit/>
          </a:bodyPr>
          <a:lstStyle>
            <a:lvl1pPr algn="ctr">
              <a:defRPr sz="3000">
                <a:solidFill>
                  <a:schemeClr val="tx1"/>
                </a:solidFill>
              </a:defRPr>
            </a:lvl1pPr>
          </a:lstStyle>
          <a:p>
            <a:r>
              <a:rPr lang="en-US"/>
              <a:t>Click to </a:t>
            </a:r>
            <a:br>
              <a:rPr lang="en-US"/>
            </a:br>
            <a:r>
              <a:rPr lang="en-US"/>
              <a:t>edit transition </a:t>
            </a:r>
            <a:br>
              <a:rPr lang="en-US"/>
            </a:br>
            <a:r>
              <a:rPr lang="en-US"/>
              <a:t>slide title</a:t>
            </a:r>
          </a:p>
        </p:txBody>
      </p:sp>
      <p:sp>
        <p:nvSpPr>
          <p:cNvPr id="3" name="Subtitle 2">
            <a:extLst>
              <a:ext uri="{FF2B5EF4-FFF2-40B4-BE49-F238E27FC236}">
                <a16:creationId xmlns:a16="http://schemas.microsoft.com/office/drawing/2014/main" id="{3E2A30D9-14CB-694B-8997-602B06B7E4B6}"/>
              </a:ext>
            </a:extLst>
          </p:cNvPr>
          <p:cNvSpPr>
            <a:spLocks noGrp="1"/>
          </p:cNvSpPr>
          <p:nvPr>
            <p:ph type="subTitle" idx="1" hasCustomPrompt="1"/>
          </p:nvPr>
        </p:nvSpPr>
        <p:spPr>
          <a:xfrm>
            <a:off x="948518" y="3912015"/>
            <a:ext cx="4235567" cy="1569052"/>
          </a:xfrm>
          <a:prstGeom prst="rect">
            <a:avLst/>
          </a:prstGeom>
        </p:spPr>
        <p:txBody>
          <a:bodyPr/>
          <a:lstStyle>
            <a:lvl1pPr marL="0" indent="0" algn="ctr">
              <a:buNone/>
              <a:defRPr sz="1800">
                <a:solidFill>
                  <a:schemeClr val="bg1">
                    <a:lumMod val="75000"/>
                  </a:schemeClr>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a:t>Click to edit transition </a:t>
            </a:r>
            <a:br>
              <a:rPr lang="en-US"/>
            </a:br>
            <a:r>
              <a:rPr lang="en-US"/>
              <a:t>subtitle style</a:t>
            </a:r>
          </a:p>
        </p:txBody>
      </p:sp>
      <p:sp>
        <p:nvSpPr>
          <p:cNvPr id="4" name="Date Placeholder 3">
            <a:extLst>
              <a:ext uri="{FF2B5EF4-FFF2-40B4-BE49-F238E27FC236}">
                <a16:creationId xmlns:a16="http://schemas.microsoft.com/office/drawing/2014/main" id="{CF812FB7-6D54-AC4D-83AE-3BD293BC614C}"/>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a:p>
        </p:txBody>
      </p:sp>
      <p:sp>
        <p:nvSpPr>
          <p:cNvPr id="5" name="Footer Placeholder 4">
            <a:extLst>
              <a:ext uri="{FF2B5EF4-FFF2-40B4-BE49-F238E27FC236}">
                <a16:creationId xmlns:a16="http://schemas.microsoft.com/office/drawing/2014/main" id="{E23D7F5E-0CCF-9847-A64A-8EEA223F78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B6D915-7298-9442-B8B6-23BFF06BA30A}"/>
              </a:ext>
            </a:extLst>
          </p:cNvPr>
          <p:cNvSpPr>
            <a:spLocks noGrp="1"/>
          </p:cNvSpPr>
          <p:nvPr>
            <p:ph type="sldNum" sz="quarter" idx="12"/>
          </p:nvPr>
        </p:nvSpPr>
        <p:spPr/>
        <p:txBody>
          <a:bodyPr/>
          <a:lstStyle/>
          <a:p>
            <a:fld id="{8A16B8CB-D56F-2744-807F-154426EF1DF6}" type="slidenum">
              <a:rPr lang="en-US" smtClean="0"/>
              <a:t>‹#›</a:t>
            </a:fld>
            <a:endParaRPr lang="en-US"/>
          </a:p>
        </p:txBody>
      </p:sp>
      <p:cxnSp>
        <p:nvCxnSpPr>
          <p:cNvPr id="14" name="Straight Connector 13">
            <a:extLst>
              <a:ext uri="{FF2B5EF4-FFF2-40B4-BE49-F238E27FC236}">
                <a16:creationId xmlns:a16="http://schemas.microsoft.com/office/drawing/2014/main" id="{D8E84A9A-FCC3-2743-AF0D-8FB8A22F13B9}"/>
              </a:ext>
            </a:extLst>
          </p:cNvPr>
          <p:cNvCxnSpPr/>
          <p:nvPr userDrawn="1"/>
        </p:nvCxnSpPr>
        <p:spPr>
          <a:xfrm>
            <a:off x="2775613" y="3643953"/>
            <a:ext cx="583442" cy="0"/>
          </a:xfrm>
          <a:prstGeom prst="line">
            <a:avLst/>
          </a:prstGeom>
          <a:ln w="12700">
            <a:solidFill>
              <a:srgbClr val="0033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1838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C4C029-675D-7A44-A487-3FF32FE84E5B}"/>
              </a:ext>
            </a:extLst>
          </p:cNvPr>
          <p:cNvSpPr>
            <a:spLocks noGrp="1"/>
          </p:cNvSpPr>
          <p:nvPr>
            <p:ph sz="half" idx="1"/>
          </p:nvPr>
        </p:nvSpPr>
        <p:spPr>
          <a:xfrm>
            <a:off x="977521" y="1362654"/>
            <a:ext cx="3828197" cy="4287518"/>
          </a:xfrm>
          <a:prstGeom prst="rect">
            <a:avLst/>
          </a:prstGeom>
        </p:spPr>
        <p:txBody>
          <a:bodyPr/>
          <a:lstStyle>
            <a:lvl1pPr>
              <a:defRPr sz="1800">
                <a:solidFill>
                  <a:schemeClr val="tx1"/>
                </a:solidFill>
              </a:defRPr>
            </a:lvl1pPr>
            <a:lvl2pPr>
              <a:defRPr b="0" i="0">
                <a:solidFill>
                  <a:schemeClr val="tx1"/>
                </a:solidFill>
                <a:latin typeface="Helvetica" pitchFamily="2" charset="0"/>
              </a:defRPr>
            </a:lvl2pPr>
            <a:lvl3pPr>
              <a:defRPr b="0" i="0">
                <a:solidFill>
                  <a:schemeClr val="tx1"/>
                </a:solidFill>
                <a:latin typeface="Helvetica" pitchFamily="2" charset="0"/>
              </a:defRPr>
            </a:lvl3pPr>
            <a:lvl4pPr>
              <a:defRPr b="0" i="0">
                <a:solidFill>
                  <a:schemeClr val="tx1"/>
                </a:solidFill>
                <a:latin typeface="Helvetica" pitchFamily="2" charset="0"/>
              </a:defRPr>
            </a:lvl4pPr>
            <a:lvl5pPr>
              <a:defRPr b="0" i="0">
                <a:solidFill>
                  <a:schemeClr val="tx1"/>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A5E1BC-F6A3-EA4E-B3E5-A565CACB974D}"/>
              </a:ext>
            </a:extLst>
          </p:cNvPr>
          <p:cNvSpPr>
            <a:spLocks noGrp="1"/>
          </p:cNvSpPr>
          <p:nvPr>
            <p:ph sz="half" idx="2"/>
          </p:nvPr>
        </p:nvSpPr>
        <p:spPr>
          <a:xfrm>
            <a:off x="4902959" y="1362654"/>
            <a:ext cx="3910423" cy="4287519"/>
          </a:xfrm>
          <a:prstGeom prst="rect">
            <a:avLst/>
          </a:prstGeom>
        </p:spPr>
        <p:txBody>
          <a:bodyPr/>
          <a:lstStyle>
            <a:lvl1pPr>
              <a:defRPr sz="1800">
                <a:solidFill>
                  <a:schemeClr val="tx1"/>
                </a:solidFill>
              </a:defRPr>
            </a:lvl1pPr>
            <a:lvl2pPr>
              <a:defRPr b="0" i="0">
                <a:solidFill>
                  <a:schemeClr val="tx1"/>
                </a:solidFill>
                <a:latin typeface="Helvetica" pitchFamily="2" charset="0"/>
              </a:defRPr>
            </a:lvl2pPr>
            <a:lvl3pPr>
              <a:defRPr b="0" i="0">
                <a:solidFill>
                  <a:schemeClr val="tx1"/>
                </a:solidFill>
                <a:latin typeface="Helvetica" pitchFamily="2" charset="0"/>
              </a:defRPr>
            </a:lvl3pPr>
            <a:lvl4pPr>
              <a:defRPr b="0" i="0">
                <a:solidFill>
                  <a:schemeClr val="tx1"/>
                </a:solidFill>
                <a:latin typeface="Helvetica" pitchFamily="2" charset="0"/>
              </a:defRPr>
            </a:lvl4pPr>
            <a:lvl5pPr>
              <a:defRPr b="0" i="0">
                <a:solidFill>
                  <a:schemeClr val="tx1"/>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7EFA3F-52C7-CF4A-A535-1FCECBD14787}"/>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a:p>
        </p:txBody>
      </p:sp>
      <p:sp>
        <p:nvSpPr>
          <p:cNvPr id="6" name="Footer Placeholder 5">
            <a:extLst>
              <a:ext uri="{FF2B5EF4-FFF2-40B4-BE49-F238E27FC236}">
                <a16:creationId xmlns:a16="http://schemas.microsoft.com/office/drawing/2014/main" id="{A2EF4374-907D-774A-B180-B77D54835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5CA39-6D57-0F49-BF1E-80F239C0EF78}"/>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9" name="Title Placeholder 1">
            <a:extLst>
              <a:ext uri="{FF2B5EF4-FFF2-40B4-BE49-F238E27FC236}">
                <a16:creationId xmlns:a16="http://schemas.microsoft.com/office/drawing/2014/main" id="{E253A57B-4282-1B44-AADF-EEC2F031F588}"/>
              </a:ext>
            </a:extLst>
          </p:cNvPr>
          <p:cNvSpPr>
            <a:spLocks noGrp="1"/>
          </p:cNvSpPr>
          <p:nvPr>
            <p:ph type="title" hasCustomPrompt="1"/>
          </p:nvPr>
        </p:nvSpPr>
        <p:spPr>
          <a:xfrm>
            <a:off x="900750" y="177423"/>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a:t>Click to edit title style</a:t>
            </a:r>
          </a:p>
        </p:txBody>
      </p:sp>
    </p:spTree>
    <p:extLst>
      <p:ext uri="{BB962C8B-B14F-4D97-AF65-F5344CB8AC3E}">
        <p14:creationId xmlns:p14="http://schemas.microsoft.com/office/powerpoint/2010/main" val="3916918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7536C5-7AE9-514B-86BE-D8C6A4B253E6}"/>
              </a:ext>
            </a:extLst>
          </p:cNvPr>
          <p:cNvSpPr>
            <a:spLocks noGrp="1"/>
          </p:cNvSpPr>
          <p:nvPr>
            <p:ph idx="1" hasCustomPrompt="1"/>
          </p:nvPr>
        </p:nvSpPr>
        <p:spPr>
          <a:xfrm>
            <a:off x="4641648" y="1322797"/>
            <a:ext cx="4099744" cy="4375144"/>
          </a:xfrm>
          <a:prstGeom prst="rect">
            <a:avLst/>
          </a:prstGeom>
        </p:spPr>
        <p:txBody>
          <a:bodyPr>
            <a:normAutofit/>
          </a:bodyPr>
          <a:lstStyle>
            <a:lvl1pPr>
              <a:defRPr sz="2100"/>
            </a:lvl1pPr>
            <a:lvl2pPr>
              <a:defRPr sz="1800" b="0" i="0">
                <a:latin typeface="Helvetica" pitchFamily="2" charset="0"/>
              </a:defRPr>
            </a:lvl2pPr>
            <a:lvl3pPr>
              <a:defRPr sz="1500" b="0" i="0">
                <a:latin typeface="Helvetica" pitchFamily="2" charset="0"/>
              </a:defRPr>
            </a:lvl3pPr>
            <a:lvl4pPr>
              <a:defRPr sz="1350" b="0" i="0">
                <a:latin typeface="Helvetica" pitchFamily="2" charset="0"/>
              </a:defRPr>
            </a:lvl4pPr>
            <a:lvl5pPr>
              <a:defRPr sz="1350" b="0" i="0">
                <a:latin typeface="Helvetica" pitchFamily="2" charset="0"/>
              </a:defRPr>
            </a:lvl5pPr>
            <a:lvl6pPr>
              <a:defRPr sz="1500"/>
            </a:lvl6pPr>
            <a:lvl7pPr>
              <a:defRPr sz="1500"/>
            </a:lvl7pPr>
            <a:lvl8pPr>
              <a:defRPr sz="1500"/>
            </a:lvl8pPr>
            <a:lvl9pPr>
              <a:defRPr sz="1500"/>
            </a:lvl9pPr>
          </a:lstStyle>
          <a:p>
            <a:pPr lvl="0"/>
            <a:r>
              <a:rPr lang="en-US"/>
              <a:t>Click to ADD PHOTO/Graphic</a:t>
            </a:r>
          </a:p>
        </p:txBody>
      </p:sp>
      <p:sp>
        <p:nvSpPr>
          <p:cNvPr id="5" name="Date Placeholder 4">
            <a:extLst>
              <a:ext uri="{FF2B5EF4-FFF2-40B4-BE49-F238E27FC236}">
                <a16:creationId xmlns:a16="http://schemas.microsoft.com/office/drawing/2014/main" id="{4FB5DD81-E099-1941-8E8F-13B5792E756F}"/>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a:p>
        </p:txBody>
      </p:sp>
      <p:sp>
        <p:nvSpPr>
          <p:cNvPr id="6" name="Footer Placeholder 5">
            <a:extLst>
              <a:ext uri="{FF2B5EF4-FFF2-40B4-BE49-F238E27FC236}">
                <a16:creationId xmlns:a16="http://schemas.microsoft.com/office/drawing/2014/main" id="{69DE51C2-51D1-2844-8B92-1AB1C256B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1CC5F9-6DC8-594D-8441-39AD7AEACFD2}"/>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12" name="Text Placeholder 2">
            <a:extLst>
              <a:ext uri="{FF2B5EF4-FFF2-40B4-BE49-F238E27FC236}">
                <a16:creationId xmlns:a16="http://schemas.microsoft.com/office/drawing/2014/main" id="{ECD17435-89D2-1F4E-A337-D4EF05657D56}"/>
              </a:ext>
            </a:extLst>
          </p:cNvPr>
          <p:cNvSpPr>
            <a:spLocks noGrp="1"/>
          </p:cNvSpPr>
          <p:nvPr>
            <p:ph idx="13"/>
          </p:nvPr>
        </p:nvSpPr>
        <p:spPr>
          <a:xfrm>
            <a:off x="922405" y="1322797"/>
            <a:ext cx="3602717" cy="4375144"/>
          </a:xfrm>
          <a:prstGeom prst="rect">
            <a:avLst/>
          </a:prstGeom>
        </p:spPr>
        <p:txBody>
          <a:bodyPr vert="horz" lIns="91440" tIns="45720" rIns="91440" bIns="45720" rtlCol="0">
            <a:normAutofit/>
          </a:bodyPr>
          <a:lstStyle>
            <a:lvl1pPr algn="l">
              <a:defRPr sz="1800" b="0" i="0" cap="none" baseline="0">
                <a:solidFill>
                  <a:srgbClr val="0033A0"/>
                </a:solidFill>
                <a:latin typeface="Georgia" panose="02040502050405020303" pitchFamily="18" charset="0"/>
              </a:defRPr>
            </a:lvl1pPr>
            <a:lvl2pPr marL="600060" indent="-257168" algn="l">
              <a:buFont typeface="Wingdings" pitchFamily="2" charset="2"/>
              <a:buChar char="§"/>
              <a:defRPr sz="1500" b="0" i="0">
                <a:solidFill>
                  <a:srgbClr val="0033A0"/>
                </a:solidFill>
                <a:latin typeface="Georgia" panose="02040502050405020303" pitchFamily="18" charset="0"/>
              </a:defRPr>
            </a:lvl2pPr>
            <a:lvl3pPr marL="942952" indent="-257168" algn="l">
              <a:buFont typeface="Wingdings" pitchFamily="2" charset="2"/>
              <a:buChar char="§"/>
              <a:defRPr sz="1350" b="0" i="0">
                <a:solidFill>
                  <a:srgbClr val="0033A0"/>
                </a:solidFill>
                <a:latin typeface="Georgia" panose="02040502050405020303" pitchFamily="18" charset="0"/>
              </a:defRPr>
            </a:lvl3pPr>
            <a:lvl4pPr marL="1242982" indent="-214308" algn="l">
              <a:buFont typeface="Wingdings" pitchFamily="2" charset="2"/>
              <a:buChar char="§"/>
              <a:defRPr sz="1200" b="0" i="0">
                <a:solidFill>
                  <a:srgbClr val="0033A0"/>
                </a:solidFill>
                <a:latin typeface="Georgia" panose="02040502050405020303" pitchFamily="18" charset="0"/>
              </a:defRPr>
            </a:lvl4pPr>
            <a:lvl5pPr marL="1585874" indent="-214308" algn="l">
              <a:buFont typeface="Wingdings" pitchFamily="2" charset="2"/>
              <a:buChar char="§"/>
              <a:defRPr sz="1200" b="0" i="0">
                <a:solidFill>
                  <a:srgbClr val="0033A0"/>
                </a:solidFill>
                <a:latin typeface="Georgia" panose="020405020504050203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78C06CC2-3B19-CD43-9048-86377FCDC8E8}"/>
              </a:ext>
            </a:extLst>
          </p:cNvPr>
          <p:cNvSpPr>
            <a:spLocks noGrp="1"/>
          </p:cNvSpPr>
          <p:nvPr>
            <p:ph type="title" hasCustomPrompt="1"/>
          </p:nvPr>
        </p:nvSpPr>
        <p:spPr>
          <a:xfrm>
            <a:off x="900750" y="177423"/>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a:t>Click to edit title style</a:t>
            </a:r>
          </a:p>
        </p:txBody>
      </p:sp>
    </p:spTree>
    <p:extLst>
      <p:ext uri="{BB962C8B-B14F-4D97-AF65-F5344CB8AC3E}">
        <p14:creationId xmlns:p14="http://schemas.microsoft.com/office/powerpoint/2010/main" val="1285028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FB5DD81-E099-1941-8E8F-13B5792E756F}"/>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a:p>
        </p:txBody>
      </p:sp>
      <p:sp>
        <p:nvSpPr>
          <p:cNvPr id="6" name="Footer Placeholder 5">
            <a:extLst>
              <a:ext uri="{FF2B5EF4-FFF2-40B4-BE49-F238E27FC236}">
                <a16:creationId xmlns:a16="http://schemas.microsoft.com/office/drawing/2014/main" id="{69DE51C2-51D1-2844-8B92-1AB1C256B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1CC5F9-6DC8-594D-8441-39AD7AEACFD2}"/>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9" name="Title Placeholder 1">
            <a:extLst>
              <a:ext uri="{FF2B5EF4-FFF2-40B4-BE49-F238E27FC236}">
                <a16:creationId xmlns:a16="http://schemas.microsoft.com/office/drawing/2014/main" id="{D3283B63-1EA6-2245-9DAF-A3393D2DA29E}"/>
              </a:ext>
            </a:extLst>
          </p:cNvPr>
          <p:cNvSpPr>
            <a:spLocks noGrp="1"/>
          </p:cNvSpPr>
          <p:nvPr>
            <p:ph type="title" hasCustomPrompt="1"/>
          </p:nvPr>
        </p:nvSpPr>
        <p:spPr>
          <a:xfrm>
            <a:off x="900750" y="177423"/>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a:t>Click to edit title style</a:t>
            </a:r>
          </a:p>
        </p:txBody>
      </p:sp>
    </p:spTree>
    <p:extLst>
      <p:ext uri="{BB962C8B-B14F-4D97-AF65-F5344CB8AC3E}">
        <p14:creationId xmlns:p14="http://schemas.microsoft.com/office/powerpoint/2010/main" val="118442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62C740-F8C1-FF46-8CA9-BD5F4BF0A50F}"/>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a:p>
        </p:txBody>
      </p:sp>
      <p:sp>
        <p:nvSpPr>
          <p:cNvPr id="3" name="Footer Placeholder 2">
            <a:extLst>
              <a:ext uri="{FF2B5EF4-FFF2-40B4-BE49-F238E27FC236}">
                <a16:creationId xmlns:a16="http://schemas.microsoft.com/office/drawing/2014/main" id="{D1E1F79D-61BE-A741-9261-0739EE055B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69ACF0-3D9F-FB45-A2F7-2DEB25642522}"/>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7" name="Rectangle 6">
            <a:extLst>
              <a:ext uri="{FF2B5EF4-FFF2-40B4-BE49-F238E27FC236}">
                <a16:creationId xmlns:a16="http://schemas.microsoft.com/office/drawing/2014/main" id="{275B96C3-9074-4340-92F0-37FA616F668C}"/>
              </a:ext>
            </a:extLst>
          </p:cNvPr>
          <p:cNvSpPr/>
          <p:nvPr userDrawn="1"/>
        </p:nvSpPr>
        <p:spPr>
          <a:xfrm>
            <a:off x="702860" y="0"/>
            <a:ext cx="8441140" cy="61005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2503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30A5838-5A46-3A4E-B9FA-18B56A4EF57B}"/>
              </a:ext>
            </a:extLst>
          </p:cNvPr>
          <p:cNvPicPr>
            <a:picLocks noChangeAspect="1"/>
          </p:cNvPicPr>
          <p:nvPr userDrawn="1"/>
        </p:nvPicPr>
        <p:blipFill rotWithShape="1">
          <a:blip r:embed="rId10"/>
          <a:srcRect t="-262" b="83293"/>
          <a:stretch/>
        </p:blipFill>
        <p:spPr>
          <a:xfrm>
            <a:off x="0" y="156952"/>
            <a:ext cx="9144000" cy="872752"/>
          </a:xfrm>
          <a:prstGeom prst="rect">
            <a:avLst/>
          </a:prstGeom>
        </p:spPr>
      </p:pic>
      <p:pic>
        <p:nvPicPr>
          <p:cNvPr id="3" name="Picture 2">
            <a:extLst>
              <a:ext uri="{FF2B5EF4-FFF2-40B4-BE49-F238E27FC236}">
                <a16:creationId xmlns:a16="http://schemas.microsoft.com/office/drawing/2014/main" id="{1F7E9FF5-0431-EC41-AB9F-EB297D1425D9}"/>
              </a:ext>
            </a:extLst>
          </p:cNvPr>
          <p:cNvPicPr>
            <a:picLocks noChangeAspect="1"/>
          </p:cNvPicPr>
          <p:nvPr userDrawn="1"/>
        </p:nvPicPr>
        <p:blipFill rotWithShape="1">
          <a:blip r:embed="rId10"/>
          <a:srcRect t="83030" b="1325"/>
          <a:stretch/>
        </p:blipFill>
        <p:spPr>
          <a:xfrm>
            <a:off x="0" y="6048914"/>
            <a:ext cx="9144000" cy="804591"/>
          </a:xfrm>
          <a:prstGeom prst="rect">
            <a:avLst/>
          </a:prstGeom>
        </p:spPr>
      </p:pic>
      <p:sp>
        <p:nvSpPr>
          <p:cNvPr id="4" name="Date Placeholder 3">
            <a:extLst>
              <a:ext uri="{FF2B5EF4-FFF2-40B4-BE49-F238E27FC236}">
                <a16:creationId xmlns:a16="http://schemas.microsoft.com/office/drawing/2014/main" id="{DE975A66-0C4D-E74B-A752-506B36EEDEF7}"/>
              </a:ext>
            </a:extLst>
          </p:cNvPr>
          <p:cNvSpPr>
            <a:spLocks noGrp="1"/>
          </p:cNvSpPr>
          <p:nvPr>
            <p:ph type="dt" sz="half" idx="2"/>
          </p:nvPr>
        </p:nvSpPr>
        <p:spPr>
          <a:xfrm>
            <a:off x="7704160" y="6367567"/>
            <a:ext cx="699870" cy="365125"/>
          </a:xfrm>
          <a:prstGeom prst="rect">
            <a:avLst/>
          </a:prstGeom>
        </p:spPr>
        <p:txBody>
          <a:bodyPr vert="horz" lIns="91440" tIns="45720" rIns="91440" bIns="45720" rtlCol="0" anchor="ctr"/>
          <a:lstStyle>
            <a:lvl1pPr algn="r">
              <a:defRPr sz="825" baseline="0">
                <a:solidFill>
                  <a:schemeClr val="tx1"/>
                </a:solidFill>
              </a:defRPr>
            </a:lvl1pPr>
          </a:lstStyle>
          <a:p>
            <a:fld id="{7DE54394-0A55-9E4B-9093-4E3BE26D1CC3}" type="datetimeFigureOut">
              <a:rPr lang="en-US" smtClean="0">
                <a:latin typeface="Helvetica" pitchFamily="2" charset="0"/>
              </a:rPr>
              <a:pPr/>
              <a:t>4/23/2025</a:t>
            </a:fld>
            <a:endParaRPr lang="en-US">
              <a:latin typeface="Helvetica" pitchFamily="2" charset="0"/>
            </a:endParaRPr>
          </a:p>
        </p:txBody>
      </p:sp>
      <p:sp>
        <p:nvSpPr>
          <p:cNvPr id="5" name="Footer Placeholder 4">
            <a:extLst>
              <a:ext uri="{FF2B5EF4-FFF2-40B4-BE49-F238E27FC236}">
                <a16:creationId xmlns:a16="http://schemas.microsoft.com/office/drawing/2014/main" id="{27E37071-1953-F449-9911-5C43C3CE9F5E}"/>
              </a:ext>
            </a:extLst>
          </p:cNvPr>
          <p:cNvSpPr>
            <a:spLocks noGrp="1"/>
          </p:cNvSpPr>
          <p:nvPr>
            <p:ph type="ftr" sz="quarter" idx="3"/>
          </p:nvPr>
        </p:nvSpPr>
        <p:spPr>
          <a:xfrm>
            <a:off x="2292825" y="6367567"/>
            <a:ext cx="5532461" cy="365125"/>
          </a:xfrm>
          <a:prstGeom prst="rect">
            <a:avLst/>
          </a:prstGeom>
        </p:spPr>
        <p:txBody>
          <a:bodyPr vert="horz" lIns="91440" tIns="45720" rIns="91440" bIns="45720" rtlCol="0" anchor="ctr"/>
          <a:lstStyle>
            <a:lvl1pPr algn="ctr">
              <a:defRPr sz="900" b="0" i="0" baseline="0">
                <a:solidFill>
                  <a:schemeClr val="tx1"/>
                </a:solidFill>
                <a:latin typeface="Helvetica" pitchFamily="2" charset="0"/>
              </a:defRPr>
            </a:lvl1pPr>
          </a:lstStyle>
          <a:p>
            <a:r>
              <a:rPr lang="en-US"/>
              <a:t>Add department / title name</a:t>
            </a:r>
          </a:p>
        </p:txBody>
      </p:sp>
      <p:sp>
        <p:nvSpPr>
          <p:cNvPr id="6" name="Slide Number Placeholder 5">
            <a:extLst>
              <a:ext uri="{FF2B5EF4-FFF2-40B4-BE49-F238E27FC236}">
                <a16:creationId xmlns:a16="http://schemas.microsoft.com/office/drawing/2014/main" id="{7604E634-0D26-394D-BB12-B982CDF63771}"/>
              </a:ext>
            </a:extLst>
          </p:cNvPr>
          <p:cNvSpPr>
            <a:spLocks noGrp="1"/>
          </p:cNvSpPr>
          <p:nvPr>
            <p:ph type="sldNum" sz="quarter" idx="4"/>
          </p:nvPr>
        </p:nvSpPr>
        <p:spPr>
          <a:xfrm>
            <a:off x="8433847" y="6367567"/>
            <a:ext cx="345414" cy="365125"/>
          </a:xfrm>
          <a:prstGeom prst="rect">
            <a:avLst/>
          </a:prstGeom>
        </p:spPr>
        <p:txBody>
          <a:bodyPr vert="horz" lIns="91440" tIns="45720" rIns="91440" bIns="45720" rtlCol="0" anchor="ctr"/>
          <a:lstStyle>
            <a:lvl1pPr algn="l">
              <a:defRPr sz="900" b="0" i="0" baseline="0">
                <a:solidFill>
                  <a:schemeClr val="tx1"/>
                </a:solidFill>
                <a:latin typeface="Helvetica" pitchFamily="2" charset="0"/>
              </a:defRPr>
            </a:lvl1pPr>
          </a:lstStyle>
          <a:p>
            <a:fld id="{8A16B8CB-D56F-2744-807F-154426EF1DF6}" type="slidenum">
              <a:rPr lang="en-US" smtClean="0"/>
              <a:pPr/>
              <a:t>‹#›</a:t>
            </a:fld>
            <a:endParaRPr lang="en-US"/>
          </a:p>
        </p:txBody>
      </p:sp>
      <p:sp>
        <p:nvSpPr>
          <p:cNvPr id="13" name="Title Placeholder 12">
            <a:extLst>
              <a:ext uri="{FF2B5EF4-FFF2-40B4-BE49-F238E27FC236}">
                <a16:creationId xmlns:a16="http://schemas.microsoft.com/office/drawing/2014/main" id="{F49C8A26-9D16-E04A-980E-5DD0108FDDB2}"/>
              </a:ext>
            </a:extLst>
          </p:cNvPr>
          <p:cNvSpPr>
            <a:spLocks noGrp="1"/>
          </p:cNvSpPr>
          <p:nvPr>
            <p:ph type="title"/>
          </p:nvPr>
        </p:nvSpPr>
        <p:spPr>
          <a:xfrm>
            <a:off x="988845" y="585442"/>
            <a:ext cx="7886700" cy="4424856"/>
          </a:xfrm>
          <a:prstGeom prst="rect">
            <a:avLst/>
          </a:prstGeom>
        </p:spPr>
        <p:txBody>
          <a:bodyPr vert="horz" lIns="91440" tIns="45720" rIns="91440" bIns="45720" rtlCol="0" anchor="ctr">
            <a:noAutofit/>
          </a:bodyPr>
          <a:lstStyle/>
          <a:p>
            <a:r>
              <a:rPr lang="en-US"/>
              <a:t>Click to edit </a:t>
            </a:r>
            <a:br>
              <a:rPr lang="en-US"/>
            </a:br>
            <a:r>
              <a:rPr lang="en-US"/>
              <a:t>Master title style</a:t>
            </a:r>
          </a:p>
        </p:txBody>
      </p:sp>
      <p:cxnSp>
        <p:nvCxnSpPr>
          <p:cNvPr id="12" name="Straight Connector 11">
            <a:extLst>
              <a:ext uri="{FF2B5EF4-FFF2-40B4-BE49-F238E27FC236}">
                <a16:creationId xmlns:a16="http://schemas.microsoft.com/office/drawing/2014/main" id="{25DF2674-7339-C84F-B2D7-B4544D96B62B}"/>
              </a:ext>
            </a:extLst>
          </p:cNvPr>
          <p:cNvCxnSpPr/>
          <p:nvPr userDrawn="1"/>
        </p:nvCxnSpPr>
        <p:spPr>
          <a:xfrm>
            <a:off x="8410854" y="6367567"/>
            <a:ext cx="0" cy="36512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2">
            <a:extLst>
              <a:ext uri="{FF2B5EF4-FFF2-40B4-BE49-F238E27FC236}">
                <a16:creationId xmlns:a16="http://schemas.microsoft.com/office/drawing/2014/main" id="{CF36C05F-ED3A-A549-A054-FE0517623086}"/>
              </a:ext>
            </a:extLst>
          </p:cNvPr>
          <p:cNvSpPr>
            <a:spLocks noGrp="1"/>
          </p:cNvSpPr>
          <p:nvPr>
            <p:ph type="body" idx="1"/>
          </p:nvPr>
        </p:nvSpPr>
        <p:spPr>
          <a:xfrm>
            <a:off x="988846" y="5127687"/>
            <a:ext cx="7870970" cy="804591"/>
          </a:xfrm>
          <a:prstGeom prst="rect">
            <a:avLst/>
          </a:prstGeom>
        </p:spPr>
        <p:txBody>
          <a:bodyPr vert="horz" lIns="91440" tIns="45720" rIns="91440" bIns="45720" rtlCol="0">
            <a:normAutofit/>
          </a:bodyPr>
          <a:lstStyle/>
          <a:p>
            <a:pPr lvl="0"/>
            <a:r>
              <a:rPr lang="en-US"/>
              <a:t>Click to edit Master text styles</a:t>
            </a:r>
          </a:p>
        </p:txBody>
      </p:sp>
      <p:sp>
        <p:nvSpPr>
          <p:cNvPr id="11" name="Title Placeholder 1">
            <a:extLst>
              <a:ext uri="{FF2B5EF4-FFF2-40B4-BE49-F238E27FC236}">
                <a16:creationId xmlns:a16="http://schemas.microsoft.com/office/drawing/2014/main" id="{7E4F52D9-BA7C-8F40-9FBC-3050B832405F}"/>
              </a:ext>
            </a:extLst>
          </p:cNvPr>
          <p:cNvSpPr txBox="1">
            <a:spLocks/>
          </p:cNvSpPr>
          <p:nvPr userDrawn="1"/>
        </p:nvSpPr>
        <p:spPr>
          <a:xfrm>
            <a:off x="9300946" y="156952"/>
            <a:ext cx="11299785" cy="594601"/>
          </a:xfrm>
          <a:prstGeom prst="rect">
            <a:avLst/>
          </a:prstGeom>
        </p:spPr>
        <p:txBody>
          <a:bodyPr vert="horz" lIns="91440" tIns="45720" rIns="91440" bIns="45720" rtlCol="0" anchor="ctr">
            <a:normAutofit/>
          </a:bodyPr>
          <a:lstStyle>
            <a:lvl1pPr algn="l" defTabSz="685783" rtl="0" eaLnBrk="1" latinLnBrk="0" hangingPunct="1">
              <a:lnSpc>
                <a:spcPct val="90000"/>
              </a:lnSpc>
              <a:spcBef>
                <a:spcPct val="0"/>
              </a:spcBef>
              <a:buNone/>
              <a:defRPr sz="3200" b="0" i="0" kern="1300" cap="none" baseline="0">
                <a:solidFill>
                  <a:schemeClr val="tx1"/>
                </a:solidFill>
                <a:latin typeface="Georgia" panose="02040502050405020303" pitchFamily="18" charset="0"/>
                <a:ea typeface="+mj-ea"/>
                <a:cs typeface="+mj-cs"/>
              </a:defRPr>
            </a:lvl1pPr>
          </a:lstStyle>
          <a:p>
            <a:r>
              <a:rPr lang="en-US" sz="2800"/>
              <a:t>Click to edit title style</a:t>
            </a:r>
          </a:p>
        </p:txBody>
      </p:sp>
      <p:sp>
        <p:nvSpPr>
          <p:cNvPr id="7" name="Rectangle 6">
            <a:extLst>
              <a:ext uri="{FF2B5EF4-FFF2-40B4-BE49-F238E27FC236}">
                <a16:creationId xmlns:a16="http://schemas.microsoft.com/office/drawing/2014/main" id="{4DABA306-3CB3-C947-9F6C-8D2A67AD7BC1}"/>
              </a:ext>
            </a:extLst>
          </p:cNvPr>
          <p:cNvSpPr/>
          <p:nvPr userDrawn="1"/>
        </p:nvSpPr>
        <p:spPr>
          <a:xfrm>
            <a:off x="0" y="-6824"/>
            <a:ext cx="696036" cy="69330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8339818"/>
      </p:ext>
    </p:extLst>
  </p:cSld>
  <p:clrMap bg1="lt1" tx1="dk1" bg2="lt2" tx2="dk2" accent1="accent1" accent2="accent2" accent3="accent3" accent4="accent4" accent5="accent5" accent6="accent6" hlink="hlink" folHlink="folHlink"/>
  <p:sldLayoutIdLst>
    <p:sldLayoutId id="2147483661" r:id="rId1"/>
    <p:sldLayoutId id="2147483650" r:id="rId2"/>
    <p:sldLayoutId id="2147483662" r:id="rId3"/>
    <p:sldLayoutId id="2147483649" r:id="rId4"/>
    <p:sldLayoutId id="2147483652" r:id="rId5"/>
    <p:sldLayoutId id="2147483656" r:id="rId6"/>
    <p:sldLayoutId id="2147483660" r:id="rId7"/>
    <p:sldLayoutId id="2147483659" r:id="rId8"/>
  </p:sldLayoutIdLst>
  <p:txStyles>
    <p:titleStyle>
      <a:lvl1pPr algn="l" defTabSz="685783" rtl="0" eaLnBrk="1" latinLnBrk="0" hangingPunct="1">
        <a:lnSpc>
          <a:spcPct val="90000"/>
        </a:lnSpc>
        <a:spcBef>
          <a:spcPct val="0"/>
        </a:spcBef>
        <a:buNone/>
        <a:defRPr sz="3000" b="0" i="0" kern="1200" cap="none" baseline="0">
          <a:solidFill>
            <a:schemeClr val="bg1"/>
          </a:solidFill>
          <a:latin typeface="Georgia" panose="02040502050405020303" pitchFamily="18" charset="0"/>
          <a:ea typeface="+mj-ea"/>
          <a:cs typeface="+mj-cs"/>
        </a:defRPr>
      </a:lvl1pPr>
    </p:titleStyle>
    <p:bodyStyle>
      <a:lvl1pPr marL="0" indent="0" algn="l" defTabSz="685783" rtl="0" eaLnBrk="1" latinLnBrk="0" hangingPunct="1">
        <a:lnSpc>
          <a:spcPct val="90000"/>
        </a:lnSpc>
        <a:spcBef>
          <a:spcPts val="750"/>
        </a:spcBef>
        <a:buFontTx/>
        <a:buNone/>
        <a:defRPr sz="1800" b="0" i="0" kern="1200" cap="none" baseline="0">
          <a:solidFill>
            <a:schemeClr val="bg1">
              <a:lumMod val="75000"/>
            </a:schemeClr>
          </a:solidFill>
          <a:latin typeface="Georgia" panose="02040502050405020303" pitchFamily="18" charset="0"/>
          <a:ea typeface="+mn-ea"/>
          <a:cs typeface="+mn-cs"/>
        </a:defRPr>
      </a:lvl1pPr>
      <a:lvl2pPr marL="342892" indent="0" algn="ctr" defTabSz="685783" rtl="0" eaLnBrk="1" latinLnBrk="0" hangingPunct="1">
        <a:lnSpc>
          <a:spcPct val="90000"/>
        </a:lnSpc>
        <a:spcBef>
          <a:spcPts val="375"/>
        </a:spcBef>
        <a:buFontTx/>
        <a:buNone/>
        <a:defRPr sz="1800" kern="1200">
          <a:solidFill>
            <a:schemeClr val="bg2"/>
          </a:solidFill>
          <a:latin typeface="+mn-lt"/>
          <a:ea typeface="+mn-ea"/>
          <a:cs typeface="+mn-cs"/>
        </a:defRPr>
      </a:lvl2pPr>
      <a:lvl3pPr marL="685783" indent="0" algn="ctr" defTabSz="685783" rtl="0" eaLnBrk="1" latinLnBrk="0" hangingPunct="1">
        <a:lnSpc>
          <a:spcPct val="90000"/>
        </a:lnSpc>
        <a:spcBef>
          <a:spcPts val="375"/>
        </a:spcBef>
        <a:buFontTx/>
        <a:buNone/>
        <a:defRPr sz="1500" kern="1200">
          <a:solidFill>
            <a:schemeClr val="bg2"/>
          </a:solidFill>
          <a:latin typeface="+mn-lt"/>
          <a:ea typeface="+mn-ea"/>
          <a:cs typeface="+mn-cs"/>
        </a:defRPr>
      </a:lvl3pPr>
      <a:lvl4pPr marL="1028675" indent="0" algn="ctr" defTabSz="685783" rtl="0" eaLnBrk="1" latinLnBrk="0" hangingPunct="1">
        <a:lnSpc>
          <a:spcPct val="90000"/>
        </a:lnSpc>
        <a:spcBef>
          <a:spcPts val="375"/>
        </a:spcBef>
        <a:buFontTx/>
        <a:buNone/>
        <a:defRPr sz="1350" kern="1200">
          <a:solidFill>
            <a:schemeClr val="bg2"/>
          </a:solidFill>
          <a:latin typeface="+mn-lt"/>
          <a:ea typeface="+mn-ea"/>
          <a:cs typeface="+mn-cs"/>
        </a:defRPr>
      </a:lvl4pPr>
      <a:lvl5pPr marL="1371566" indent="0" algn="ctr" defTabSz="685783" rtl="0" eaLnBrk="1" latinLnBrk="0" hangingPunct="1">
        <a:lnSpc>
          <a:spcPct val="90000"/>
        </a:lnSpc>
        <a:spcBef>
          <a:spcPts val="375"/>
        </a:spcBef>
        <a:buFontTx/>
        <a:buNone/>
        <a:defRPr sz="1350" kern="1200">
          <a:solidFill>
            <a:schemeClr val="bg2"/>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youtube.com/shorts/Emdr6WnCWw4?si=UJrkMTWYabplTAd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2220C-90D8-EE41-8D1B-665F079FB897}"/>
              </a:ext>
            </a:extLst>
          </p:cNvPr>
          <p:cNvSpPr>
            <a:spLocks noGrp="1"/>
          </p:cNvSpPr>
          <p:nvPr>
            <p:ph type="title"/>
          </p:nvPr>
        </p:nvSpPr>
        <p:spPr/>
        <p:txBody>
          <a:bodyPr/>
          <a:lstStyle/>
          <a:p>
            <a:r>
              <a:rPr lang="en-US"/>
              <a:t>Proof of Concept/</a:t>
            </a:r>
            <a:br>
              <a:rPr lang="en-US"/>
            </a:br>
            <a:r>
              <a:rPr lang="en-US"/>
              <a:t>Synthesis &amp; Evaluation</a:t>
            </a:r>
            <a:br>
              <a:rPr lang="en-US"/>
            </a:br>
            <a:r>
              <a:rPr lang="en-US"/>
              <a:t>Analysis and Build</a:t>
            </a:r>
          </a:p>
        </p:txBody>
      </p:sp>
      <p:sp>
        <p:nvSpPr>
          <p:cNvPr id="3" name="Content Placeholder 2">
            <a:extLst>
              <a:ext uri="{FF2B5EF4-FFF2-40B4-BE49-F238E27FC236}">
                <a16:creationId xmlns:a16="http://schemas.microsoft.com/office/drawing/2014/main" id="{4B9CD73D-6429-9D45-BD07-A02790B9C68A}"/>
              </a:ext>
            </a:extLst>
          </p:cNvPr>
          <p:cNvSpPr>
            <a:spLocks noGrp="1"/>
          </p:cNvSpPr>
          <p:nvPr>
            <p:ph idx="1"/>
          </p:nvPr>
        </p:nvSpPr>
        <p:spPr/>
        <p:txBody>
          <a:bodyPr vert="horz" lIns="91440" tIns="45720" rIns="91440" bIns="45720" rtlCol="0" anchor="t">
            <a:normAutofit fontScale="92500" lnSpcReduction="20000"/>
          </a:bodyPr>
          <a:lstStyle/>
          <a:p>
            <a:r>
              <a:rPr lang="en-US">
                <a:latin typeface="Georgia"/>
              </a:rPr>
              <a:t>Student Name: </a:t>
            </a:r>
            <a:r>
              <a:rPr lang="en-US">
                <a:highlight>
                  <a:srgbClr val="FFFF00"/>
                </a:highlight>
                <a:latin typeface="Georgia"/>
              </a:rPr>
              <a:t>Kobe Salyers</a:t>
            </a:r>
            <a:endParaRPr lang="en-US"/>
          </a:p>
          <a:p>
            <a:r>
              <a:rPr lang="en-US"/>
              <a:t>Subsystem: Vision System</a:t>
            </a:r>
          </a:p>
          <a:p>
            <a:r>
              <a:rPr lang="en-US"/>
              <a:t>Team Name: </a:t>
            </a:r>
            <a:r>
              <a:rPr lang="en-US" err="1"/>
              <a:t>ChronoCats</a:t>
            </a:r>
            <a:endParaRPr lang="en-US"/>
          </a:p>
        </p:txBody>
      </p:sp>
    </p:spTree>
    <p:extLst>
      <p:ext uri="{BB962C8B-B14F-4D97-AF65-F5344CB8AC3E}">
        <p14:creationId xmlns:p14="http://schemas.microsoft.com/office/powerpoint/2010/main" val="4096497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D7A53-A1D9-4FCD-873F-F7F4B64FAA2E}"/>
              </a:ext>
            </a:extLst>
          </p:cNvPr>
          <p:cNvSpPr>
            <a:spLocks noGrp="1"/>
          </p:cNvSpPr>
          <p:nvPr>
            <p:ph type="title"/>
          </p:nvPr>
        </p:nvSpPr>
        <p:spPr/>
        <p:txBody>
          <a:bodyPr>
            <a:normAutofit fontScale="90000"/>
          </a:bodyPr>
          <a:lstStyle/>
          <a:p>
            <a:r>
              <a:rPr lang="en-US"/>
              <a:t>Synthesis – Create your Design</a:t>
            </a:r>
            <a:br>
              <a:rPr lang="en-US"/>
            </a:br>
            <a:r>
              <a:rPr lang="en-US" sz="2200">
                <a:solidFill>
                  <a:schemeClr val="accent1"/>
                </a:solidFill>
              </a:rPr>
              <a:t>Instructions (Mechanical builds)</a:t>
            </a:r>
            <a:endParaRPr lang="en-US">
              <a:solidFill>
                <a:schemeClr val="accent1"/>
              </a:solidFill>
            </a:endParaRPr>
          </a:p>
        </p:txBody>
      </p:sp>
      <p:sp>
        <p:nvSpPr>
          <p:cNvPr id="3" name="Content Placeholder 2">
            <a:extLst>
              <a:ext uri="{FF2B5EF4-FFF2-40B4-BE49-F238E27FC236}">
                <a16:creationId xmlns:a16="http://schemas.microsoft.com/office/drawing/2014/main" id="{9C0461C9-CDD9-4DBA-8012-6F139D8E8FE1}"/>
              </a:ext>
            </a:extLst>
          </p:cNvPr>
          <p:cNvSpPr>
            <a:spLocks noGrp="1"/>
          </p:cNvSpPr>
          <p:nvPr>
            <p:ph idx="1"/>
          </p:nvPr>
        </p:nvSpPr>
        <p:spPr>
          <a:xfrm>
            <a:off x="1050878" y="1195295"/>
            <a:ext cx="7728383" cy="5121422"/>
          </a:xfrm>
        </p:spPr>
        <p:txBody>
          <a:bodyPr>
            <a:normAutofit/>
          </a:bodyPr>
          <a:lstStyle/>
          <a:p>
            <a:pPr algn="l"/>
            <a:r>
              <a:rPr lang="en-US" sz="1800">
                <a:effectLst/>
              </a:rPr>
              <a:t>Now you know what your design should be like and the constraints you have in constructing it.  All team roles contain a mechanical build component. </a:t>
            </a:r>
            <a:r>
              <a:rPr lang="en-US"/>
              <a:t>C</a:t>
            </a:r>
            <a:r>
              <a:rPr lang="en-US" sz="1800">
                <a:effectLst/>
              </a:rPr>
              <a:t>reate a 3D solid model (</a:t>
            </a:r>
            <a:r>
              <a:rPr lang="en-US" sz="1800" err="1">
                <a:effectLst/>
              </a:rPr>
              <a:t>OnShape</a:t>
            </a:r>
            <a:r>
              <a:rPr lang="en-US" sz="1800">
                <a:effectLst/>
              </a:rPr>
              <a:t> or equivalent) of that design which you can use for making your initial prototype.  If you are </a:t>
            </a:r>
            <a:r>
              <a:rPr lang="en-US"/>
              <a:t>starting with a laser cut box, you can use </a:t>
            </a:r>
            <a:r>
              <a:rPr lang="en-US" err="1"/>
              <a:t>MakerCase</a:t>
            </a:r>
            <a:r>
              <a:rPr lang="en-US"/>
              <a:t> and Adobe Illustrator to make your design.  </a:t>
            </a:r>
            <a:r>
              <a:rPr lang="en-US" sz="1800">
                <a:effectLst/>
              </a:rPr>
              <a:t>The design should be to ready to fabricate.</a:t>
            </a:r>
          </a:p>
          <a:p>
            <a:pPr algn="l"/>
            <a:r>
              <a:rPr lang="en-US" sz="1800">
                <a:effectLst/>
              </a:rPr>
              <a:t>Paste an image/screenshot of your design (</a:t>
            </a:r>
            <a:r>
              <a:rPr lang="en-US" sz="1800" err="1">
                <a:effectLst/>
              </a:rPr>
              <a:t>OnShape</a:t>
            </a:r>
            <a:r>
              <a:rPr lang="en-US" sz="1800">
                <a:effectLst/>
              </a:rPr>
              <a:t> or Adobe Illustrator) into the slide below as indicated. Include the following information on a separate slide:</a:t>
            </a:r>
            <a:endParaRPr lang="en-US">
              <a:effectLst/>
            </a:endParaRPr>
          </a:p>
          <a:p>
            <a:pPr algn="l">
              <a:buFont typeface="Arial" panose="020B0604020202020204" pitchFamily="34" charset="0"/>
              <a:buChar char="•"/>
            </a:pPr>
            <a:r>
              <a:rPr lang="en-US" sz="1800">
                <a:effectLst/>
              </a:rPr>
              <a:t>List of the materials you will need</a:t>
            </a:r>
            <a:endParaRPr lang="en-US">
              <a:effectLst/>
            </a:endParaRPr>
          </a:p>
          <a:p>
            <a:pPr algn="l">
              <a:buFont typeface="Arial" panose="020B0604020202020204" pitchFamily="34" charset="0"/>
              <a:buChar char="•"/>
            </a:pPr>
            <a:r>
              <a:rPr lang="en-US" sz="1800">
                <a:effectLst/>
              </a:rPr>
              <a:t>Identify the most difficult area to build or get functioning (anticipated)</a:t>
            </a:r>
            <a:endParaRPr lang="en-US">
              <a:effectLst/>
            </a:endParaRPr>
          </a:p>
          <a:p>
            <a:pPr algn="l">
              <a:buFont typeface="Arial" panose="020B0604020202020204" pitchFamily="34" charset="0"/>
              <a:buChar char="•"/>
            </a:pPr>
            <a:r>
              <a:rPr lang="en-US" sz="1800">
                <a:effectLst/>
              </a:rPr>
              <a:t>Make a time estimate for going from this design to a built prototype.  This means a LIST of key tasks and the TIME needed to perform each task (use days to complete with the understanding that you will be also doing other things on those days so you will only get a small amount of time each day to work on this).</a:t>
            </a:r>
            <a:endParaRPr lang="en-US">
              <a:effectLst/>
            </a:endParaRPr>
          </a:p>
          <a:p>
            <a:endParaRPr lang="en-US"/>
          </a:p>
        </p:txBody>
      </p:sp>
      <p:sp>
        <p:nvSpPr>
          <p:cNvPr id="4" name="TextBox 3">
            <a:extLst>
              <a:ext uri="{FF2B5EF4-FFF2-40B4-BE49-F238E27FC236}">
                <a16:creationId xmlns:a16="http://schemas.microsoft.com/office/drawing/2014/main" id="{C1924038-05FE-4FD2-ADFA-6DA227CFEDBB}"/>
              </a:ext>
            </a:extLst>
          </p:cNvPr>
          <p:cNvSpPr txBox="1"/>
          <p:nvPr/>
        </p:nvSpPr>
        <p:spPr>
          <a:xfrm>
            <a:off x="70520" y="972207"/>
            <a:ext cx="553998" cy="4340772"/>
          </a:xfrm>
          <a:prstGeom prst="rect">
            <a:avLst/>
          </a:prstGeom>
          <a:solidFill>
            <a:srgbClr val="C00000"/>
          </a:solidFill>
        </p:spPr>
        <p:txBody>
          <a:bodyPr vert="vert270" wrap="square" rtlCol="0">
            <a:spAutoFit/>
          </a:bodyPr>
          <a:lstStyle/>
          <a:p>
            <a:r>
              <a:rPr lang="en-US" sz="2400">
                <a:solidFill>
                  <a:schemeClr val="bg1"/>
                </a:solidFill>
                <a:latin typeface="Georgia" panose="02040502050405020303" pitchFamily="18" charset="0"/>
              </a:rPr>
              <a:t>Synthesis – Create your Design</a:t>
            </a:r>
          </a:p>
        </p:txBody>
      </p:sp>
    </p:spTree>
    <p:extLst>
      <p:ext uri="{BB962C8B-B14F-4D97-AF65-F5344CB8AC3E}">
        <p14:creationId xmlns:p14="http://schemas.microsoft.com/office/powerpoint/2010/main" val="2805870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2D412-50FE-440F-9743-B1F547F8FF2D}"/>
              </a:ext>
            </a:extLst>
          </p:cNvPr>
          <p:cNvSpPr>
            <a:spLocks noGrp="1"/>
          </p:cNvSpPr>
          <p:nvPr>
            <p:ph type="title"/>
          </p:nvPr>
        </p:nvSpPr>
        <p:spPr/>
        <p:txBody>
          <a:bodyPr>
            <a:normAutofit fontScale="90000"/>
          </a:bodyPr>
          <a:lstStyle/>
          <a:p>
            <a:r>
              <a:rPr lang="en-US"/>
              <a:t>Synthesis – Create your Design</a:t>
            </a:r>
            <a:br>
              <a:rPr lang="en-US"/>
            </a:br>
            <a:r>
              <a:rPr lang="en-US" sz="2200">
                <a:solidFill>
                  <a:schemeClr val="accent1"/>
                </a:solidFill>
              </a:rPr>
              <a:t>Mechanical Builds </a:t>
            </a:r>
            <a:endParaRPr lang="en-US">
              <a:solidFill>
                <a:schemeClr val="accent1"/>
              </a:solidFill>
            </a:endParaRPr>
          </a:p>
        </p:txBody>
      </p:sp>
      <p:sp>
        <p:nvSpPr>
          <p:cNvPr id="3" name="Content Placeholder 2">
            <a:extLst>
              <a:ext uri="{FF2B5EF4-FFF2-40B4-BE49-F238E27FC236}">
                <a16:creationId xmlns:a16="http://schemas.microsoft.com/office/drawing/2014/main" id="{A5EE5611-8481-4BD3-A227-0C0B98BBA026}"/>
              </a:ext>
            </a:extLst>
          </p:cNvPr>
          <p:cNvSpPr>
            <a:spLocks noGrp="1"/>
          </p:cNvSpPr>
          <p:nvPr>
            <p:ph idx="1"/>
          </p:nvPr>
        </p:nvSpPr>
        <p:spPr/>
        <p:txBody>
          <a:bodyPr>
            <a:normAutofit/>
          </a:bodyPr>
          <a:lstStyle/>
          <a:p>
            <a:r>
              <a:rPr lang="en-US" sz="1800" b="1">
                <a:solidFill>
                  <a:schemeClr val="tx2"/>
                </a:solidFill>
                <a:effectLst/>
              </a:rPr>
              <a:t>All roles have a mechanical build.  We are looking for a solid model or CAD layout in Adobe Illustrator for the following:</a:t>
            </a:r>
          </a:p>
          <a:p>
            <a:pPr algn="l"/>
            <a:endParaRPr lang="en-US" sz="1800">
              <a:effectLst/>
            </a:endParaRPr>
          </a:p>
          <a:p>
            <a:pPr algn="l"/>
            <a:r>
              <a:rPr lang="en-US" sz="1800">
                <a:effectLst/>
              </a:rPr>
              <a:t>Vison System- create a first pass of your dice roller</a:t>
            </a:r>
          </a:p>
          <a:p>
            <a:pPr algn="l"/>
            <a:r>
              <a:rPr lang="en-US"/>
              <a:t>GUI – create a first pass of your device that shows who’s turn it is with LEDs lighting under the player’s number</a:t>
            </a:r>
          </a:p>
          <a:p>
            <a:pPr algn="l"/>
            <a:r>
              <a:rPr lang="en-US">
                <a:effectLst/>
              </a:rPr>
              <a:t>Game Piece mover- You have already created a 3D solid for you game piece.  Now create a solid for the end effector that will grab your game piece.</a:t>
            </a:r>
          </a:p>
          <a:p>
            <a:pPr algn="l"/>
            <a:r>
              <a:rPr lang="en-US"/>
              <a:t>Game Board design- Create your dump position.</a:t>
            </a:r>
          </a:p>
          <a:p>
            <a:pPr algn="l"/>
            <a:r>
              <a:rPr lang="en-US">
                <a:effectLst/>
              </a:rPr>
              <a:t>Game Structure- The design for the tower that will hold the game piece mover subassembly. </a:t>
            </a:r>
          </a:p>
          <a:p>
            <a:endParaRPr lang="en-US"/>
          </a:p>
        </p:txBody>
      </p:sp>
      <p:sp>
        <p:nvSpPr>
          <p:cNvPr id="4" name="TextBox 3">
            <a:extLst>
              <a:ext uri="{FF2B5EF4-FFF2-40B4-BE49-F238E27FC236}">
                <a16:creationId xmlns:a16="http://schemas.microsoft.com/office/drawing/2014/main" id="{20CE6F8C-97F5-4C1D-BDA0-14352A3E5220}"/>
              </a:ext>
            </a:extLst>
          </p:cNvPr>
          <p:cNvSpPr txBox="1"/>
          <p:nvPr/>
        </p:nvSpPr>
        <p:spPr>
          <a:xfrm>
            <a:off x="70520" y="977462"/>
            <a:ext cx="553998" cy="4340772"/>
          </a:xfrm>
          <a:prstGeom prst="rect">
            <a:avLst/>
          </a:prstGeom>
          <a:solidFill>
            <a:srgbClr val="C00000"/>
          </a:solidFill>
        </p:spPr>
        <p:txBody>
          <a:bodyPr vert="vert270" wrap="square" rtlCol="0">
            <a:spAutoFit/>
          </a:bodyPr>
          <a:lstStyle/>
          <a:p>
            <a:r>
              <a:rPr lang="en-US" sz="2400">
                <a:solidFill>
                  <a:schemeClr val="bg1"/>
                </a:solidFill>
                <a:latin typeface="Georgia" panose="02040502050405020303" pitchFamily="18" charset="0"/>
              </a:rPr>
              <a:t>Synthesis – Create your Design</a:t>
            </a:r>
          </a:p>
        </p:txBody>
      </p:sp>
    </p:spTree>
    <p:extLst>
      <p:ext uri="{BB962C8B-B14F-4D97-AF65-F5344CB8AC3E}">
        <p14:creationId xmlns:p14="http://schemas.microsoft.com/office/powerpoint/2010/main" val="2898371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D3EEF7B-008D-434A-ACA9-F3F90CFA6771}"/>
              </a:ext>
            </a:extLst>
          </p:cNvPr>
          <p:cNvSpPr>
            <a:spLocks noGrp="1"/>
          </p:cNvSpPr>
          <p:nvPr>
            <p:ph idx="1"/>
          </p:nvPr>
        </p:nvSpPr>
        <p:spPr>
          <a:xfrm>
            <a:off x="961697" y="1322797"/>
            <a:ext cx="7779695" cy="4375144"/>
          </a:xfrm>
        </p:spPr>
        <p:txBody>
          <a:bodyPr/>
          <a:lstStyle/>
          <a:p>
            <a:r>
              <a:rPr lang="en-US" sz="1800">
                <a:solidFill>
                  <a:schemeClr val="tx1"/>
                </a:solidFill>
                <a:effectLst/>
              </a:rPr>
              <a:t>RUBRIC:</a:t>
            </a:r>
            <a:endParaRPr lang="en-US">
              <a:solidFill>
                <a:schemeClr val="tx1"/>
              </a:solidFill>
            </a:endParaRPr>
          </a:p>
          <a:p>
            <a:r>
              <a:rPr lang="en-US" sz="1800">
                <a:solidFill>
                  <a:schemeClr val="tx1"/>
                </a:solidFill>
              </a:rPr>
              <a:t>Solid </a:t>
            </a:r>
            <a:r>
              <a:rPr lang="en-US" sz="1800">
                <a:solidFill>
                  <a:schemeClr val="tx1"/>
                </a:solidFill>
                <a:effectLst/>
              </a:rPr>
              <a:t>model - 6 points</a:t>
            </a:r>
            <a:endParaRPr lang="en-US">
              <a:solidFill>
                <a:schemeClr val="tx1"/>
              </a:solidFill>
            </a:endParaRPr>
          </a:p>
          <a:p>
            <a:r>
              <a:rPr lang="en-US" sz="1800">
                <a:solidFill>
                  <a:schemeClr val="tx1"/>
                </a:solidFill>
                <a:effectLst/>
              </a:rPr>
              <a:t>List of materials OR list of inputs and outputs, and how - 2 points</a:t>
            </a:r>
            <a:endParaRPr lang="en-US">
              <a:solidFill>
                <a:schemeClr val="tx1"/>
              </a:solidFill>
            </a:endParaRPr>
          </a:p>
          <a:p>
            <a:r>
              <a:rPr lang="en-US" sz="1800">
                <a:solidFill>
                  <a:schemeClr val="tx1"/>
                </a:solidFill>
                <a:effectLst/>
              </a:rPr>
              <a:t>Most difficult area - 2 points</a:t>
            </a:r>
            <a:endParaRPr lang="en-US">
              <a:solidFill>
                <a:schemeClr val="tx1"/>
              </a:solidFill>
            </a:endParaRPr>
          </a:p>
          <a:p>
            <a:r>
              <a:rPr lang="en-US" sz="1800">
                <a:solidFill>
                  <a:schemeClr val="tx1"/>
                </a:solidFill>
                <a:effectLst/>
              </a:rPr>
              <a:t>Time estimate - 2 points</a:t>
            </a:r>
            <a:endParaRPr lang="en-US">
              <a:solidFill>
                <a:schemeClr val="tx1"/>
              </a:solidFill>
            </a:endParaRPr>
          </a:p>
          <a:p>
            <a:endParaRPr lang="en-US"/>
          </a:p>
        </p:txBody>
      </p:sp>
      <p:sp>
        <p:nvSpPr>
          <p:cNvPr id="4" name="Title 3">
            <a:extLst>
              <a:ext uri="{FF2B5EF4-FFF2-40B4-BE49-F238E27FC236}">
                <a16:creationId xmlns:a16="http://schemas.microsoft.com/office/drawing/2014/main" id="{3FD02324-9791-4480-A6E7-2E5C5FBE9CBF}"/>
              </a:ext>
            </a:extLst>
          </p:cNvPr>
          <p:cNvSpPr>
            <a:spLocks noGrp="1"/>
          </p:cNvSpPr>
          <p:nvPr>
            <p:ph type="title"/>
          </p:nvPr>
        </p:nvSpPr>
        <p:spPr/>
        <p:txBody>
          <a:bodyPr>
            <a:normAutofit fontScale="90000"/>
          </a:bodyPr>
          <a:lstStyle/>
          <a:p>
            <a:r>
              <a:rPr lang="en-US"/>
              <a:t>Synthesis – Create your Design</a:t>
            </a:r>
            <a:br>
              <a:rPr lang="en-US"/>
            </a:br>
            <a:r>
              <a:rPr lang="en-US" sz="2200">
                <a:solidFill>
                  <a:schemeClr val="accent1"/>
                </a:solidFill>
              </a:rPr>
              <a:t>Rubric</a:t>
            </a:r>
            <a:endParaRPr lang="en-US">
              <a:solidFill>
                <a:schemeClr val="accent1"/>
              </a:solidFill>
            </a:endParaRPr>
          </a:p>
        </p:txBody>
      </p:sp>
      <p:sp>
        <p:nvSpPr>
          <p:cNvPr id="6" name="TextBox 5">
            <a:extLst>
              <a:ext uri="{FF2B5EF4-FFF2-40B4-BE49-F238E27FC236}">
                <a16:creationId xmlns:a16="http://schemas.microsoft.com/office/drawing/2014/main" id="{880DC09A-07E3-4446-A037-37ED2A958C6C}"/>
              </a:ext>
            </a:extLst>
          </p:cNvPr>
          <p:cNvSpPr txBox="1"/>
          <p:nvPr/>
        </p:nvSpPr>
        <p:spPr>
          <a:xfrm>
            <a:off x="70520" y="972207"/>
            <a:ext cx="553998" cy="4340772"/>
          </a:xfrm>
          <a:prstGeom prst="rect">
            <a:avLst/>
          </a:prstGeom>
          <a:solidFill>
            <a:srgbClr val="C00000"/>
          </a:solidFill>
        </p:spPr>
        <p:txBody>
          <a:bodyPr vert="vert270" wrap="square" rtlCol="0">
            <a:spAutoFit/>
          </a:bodyPr>
          <a:lstStyle/>
          <a:p>
            <a:r>
              <a:rPr lang="en-US" sz="2400">
                <a:solidFill>
                  <a:schemeClr val="bg1"/>
                </a:solidFill>
                <a:latin typeface="Georgia" panose="02040502050405020303" pitchFamily="18" charset="0"/>
              </a:rPr>
              <a:t>Synthesis – Create your Design</a:t>
            </a:r>
          </a:p>
        </p:txBody>
      </p:sp>
    </p:spTree>
    <p:extLst>
      <p:ext uri="{BB962C8B-B14F-4D97-AF65-F5344CB8AC3E}">
        <p14:creationId xmlns:p14="http://schemas.microsoft.com/office/powerpoint/2010/main" val="1634437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AFA181-4523-4FA6-8B48-17EA4A7413F9}"/>
              </a:ext>
            </a:extLst>
          </p:cNvPr>
          <p:cNvSpPr>
            <a:spLocks noGrp="1"/>
          </p:cNvSpPr>
          <p:nvPr>
            <p:ph type="title"/>
          </p:nvPr>
        </p:nvSpPr>
        <p:spPr/>
        <p:txBody>
          <a:bodyPr>
            <a:normAutofit/>
          </a:bodyPr>
          <a:lstStyle/>
          <a:p>
            <a:r>
              <a:rPr lang="en-US"/>
              <a:t>Synthesis – Create your Design Image goes here</a:t>
            </a:r>
          </a:p>
        </p:txBody>
      </p:sp>
      <p:sp>
        <p:nvSpPr>
          <p:cNvPr id="6" name="TextBox 5">
            <a:extLst>
              <a:ext uri="{FF2B5EF4-FFF2-40B4-BE49-F238E27FC236}">
                <a16:creationId xmlns:a16="http://schemas.microsoft.com/office/drawing/2014/main" id="{B55BC2AD-524D-4A31-8FB3-2C33C1D36E5B}"/>
              </a:ext>
            </a:extLst>
          </p:cNvPr>
          <p:cNvSpPr txBox="1"/>
          <p:nvPr/>
        </p:nvSpPr>
        <p:spPr>
          <a:xfrm>
            <a:off x="70520" y="972207"/>
            <a:ext cx="553998" cy="4340772"/>
          </a:xfrm>
          <a:prstGeom prst="rect">
            <a:avLst/>
          </a:prstGeom>
          <a:solidFill>
            <a:srgbClr val="C00000"/>
          </a:solidFill>
        </p:spPr>
        <p:txBody>
          <a:bodyPr vert="vert270" wrap="square" rtlCol="0">
            <a:spAutoFit/>
          </a:bodyPr>
          <a:lstStyle/>
          <a:p>
            <a:r>
              <a:rPr lang="en-US" sz="2400">
                <a:solidFill>
                  <a:schemeClr val="bg1"/>
                </a:solidFill>
                <a:latin typeface="Georgia" panose="02040502050405020303" pitchFamily="18" charset="0"/>
              </a:rPr>
              <a:t>Synthesis – Create your Design</a:t>
            </a:r>
          </a:p>
        </p:txBody>
      </p:sp>
      <p:pic>
        <p:nvPicPr>
          <p:cNvPr id="8" name="Picture 7" descr="A white rectangular object with red lines&#10;&#10;AI-generated content may be incorrect.">
            <a:extLst>
              <a:ext uri="{FF2B5EF4-FFF2-40B4-BE49-F238E27FC236}">
                <a16:creationId xmlns:a16="http://schemas.microsoft.com/office/drawing/2014/main" id="{0564E86C-748D-98B0-1F74-7E2B5082267D}"/>
              </a:ext>
            </a:extLst>
          </p:cNvPr>
          <p:cNvPicPr>
            <a:picLocks noChangeAspect="1"/>
          </p:cNvPicPr>
          <p:nvPr/>
        </p:nvPicPr>
        <p:blipFill>
          <a:blip r:embed="rId2"/>
          <a:stretch>
            <a:fillRect/>
          </a:stretch>
        </p:blipFill>
        <p:spPr>
          <a:xfrm>
            <a:off x="1329372" y="1742919"/>
            <a:ext cx="3416616" cy="3088096"/>
          </a:xfrm>
          <a:prstGeom prst="rect">
            <a:avLst/>
          </a:prstGeom>
        </p:spPr>
      </p:pic>
      <p:pic>
        <p:nvPicPr>
          <p:cNvPr id="10" name="Picture 9" descr="A blue and white drawing of a rectangular object&#10;&#10;AI-generated content may be incorrect.">
            <a:extLst>
              <a:ext uri="{FF2B5EF4-FFF2-40B4-BE49-F238E27FC236}">
                <a16:creationId xmlns:a16="http://schemas.microsoft.com/office/drawing/2014/main" id="{5D1A3186-4DAB-5328-5EEF-E7A78916B157}"/>
              </a:ext>
            </a:extLst>
          </p:cNvPr>
          <p:cNvPicPr>
            <a:picLocks noChangeAspect="1"/>
          </p:cNvPicPr>
          <p:nvPr/>
        </p:nvPicPr>
        <p:blipFill>
          <a:blip r:embed="rId3"/>
          <a:stretch>
            <a:fillRect/>
          </a:stretch>
        </p:blipFill>
        <p:spPr>
          <a:xfrm>
            <a:off x="4919802" y="1609683"/>
            <a:ext cx="3846639" cy="3443723"/>
          </a:xfrm>
          <a:prstGeom prst="rect">
            <a:avLst/>
          </a:prstGeom>
        </p:spPr>
      </p:pic>
      <p:sp>
        <p:nvSpPr>
          <p:cNvPr id="12" name="Content Placeholder 11">
            <a:extLst>
              <a:ext uri="{FF2B5EF4-FFF2-40B4-BE49-F238E27FC236}">
                <a16:creationId xmlns:a16="http://schemas.microsoft.com/office/drawing/2014/main" id="{253D30A8-ADCD-CB75-03EA-B6C19261FA9C}"/>
              </a:ext>
            </a:extLst>
          </p:cNvPr>
          <p:cNvSpPr>
            <a:spLocks noGrp="1"/>
          </p:cNvSpPr>
          <p:nvPr>
            <p:ph idx="1"/>
          </p:nvPr>
        </p:nvSpPr>
        <p:spPr>
          <a:xfrm>
            <a:off x="1511028" y="1171579"/>
            <a:ext cx="7715563" cy="479631"/>
          </a:xfrm>
        </p:spPr>
        <p:txBody>
          <a:bodyPr>
            <a:normAutofit fontScale="70000" lnSpcReduction="20000"/>
          </a:bodyPr>
          <a:lstStyle/>
          <a:p>
            <a:r>
              <a:rPr lang="en-US"/>
              <a:t>Adobe Illustrator model of main tower                        </a:t>
            </a:r>
            <a:r>
              <a:rPr lang="en-US" err="1"/>
              <a:t>Onshape</a:t>
            </a:r>
            <a:r>
              <a:rPr lang="en-US"/>
              <a:t> model of complete tower</a:t>
            </a:r>
          </a:p>
          <a:p>
            <a:r>
              <a:rPr lang="en-US"/>
              <a:t>				                         with roof, clock face, and dice tray.</a:t>
            </a:r>
          </a:p>
        </p:txBody>
      </p:sp>
    </p:spTree>
    <p:extLst>
      <p:ext uri="{BB962C8B-B14F-4D97-AF65-F5344CB8AC3E}">
        <p14:creationId xmlns:p14="http://schemas.microsoft.com/office/powerpoint/2010/main" val="766620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A489E9-3088-40B2-9A2E-53D80F8FB59E}"/>
              </a:ext>
            </a:extLst>
          </p:cNvPr>
          <p:cNvSpPr>
            <a:spLocks noGrp="1"/>
          </p:cNvSpPr>
          <p:nvPr>
            <p:ph type="title"/>
          </p:nvPr>
        </p:nvSpPr>
        <p:spPr/>
        <p:txBody>
          <a:bodyPr/>
          <a:lstStyle/>
          <a:p>
            <a:r>
              <a:rPr lang="en-US"/>
              <a:t>Synthesis – Create your Design – answer questions here</a:t>
            </a:r>
          </a:p>
        </p:txBody>
      </p:sp>
      <p:sp>
        <p:nvSpPr>
          <p:cNvPr id="5" name="Content Placeholder 4">
            <a:extLst>
              <a:ext uri="{FF2B5EF4-FFF2-40B4-BE49-F238E27FC236}">
                <a16:creationId xmlns:a16="http://schemas.microsoft.com/office/drawing/2014/main" id="{A379409F-3CE3-4473-8B1F-6C7E9B31D0A0}"/>
              </a:ext>
            </a:extLst>
          </p:cNvPr>
          <p:cNvSpPr>
            <a:spLocks noGrp="1"/>
          </p:cNvSpPr>
          <p:nvPr>
            <p:ph idx="1"/>
          </p:nvPr>
        </p:nvSpPr>
        <p:spPr/>
        <p:txBody>
          <a:bodyPr>
            <a:normAutofit/>
          </a:bodyPr>
          <a:lstStyle/>
          <a:p>
            <a:r>
              <a:rPr lang="en-US" sz="1800">
                <a:solidFill>
                  <a:schemeClr val="tx1"/>
                </a:solidFill>
                <a:effectLst/>
              </a:rPr>
              <a:t>List of materials OR list of inputs and outputs, and how - 2 points</a:t>
            </a:r>
            <a:endParaRPr lang="en-US">
              <a:solidFill>
                <a:schemeClr val="tx1"/>
              </a:solidFill>
            </a:endParaRPr>
          </a:p>
          <a:p>
            <a:r>
              <a:rPr lang="en-US" sz="1800">
                <a:solidFill>
                  <a:schemeClr val="tx1"/>
                </a:solidFill>
                <a:effectLst/>
              </a:rPr>
              <a:t>Most difficult area - 2 points</a:t>
            </a:r>
            <a:endParaRPr lang="en-US">
              <a:solidFill>
                <a:schemeClr val="tx1"/>
              </a:solidFill>
            </a:endParaRPr>
          </a:p>
          <a:p>
            <a:r>
              <a:rPr lang="en-US" sz="1800">
                <a:solidFill>
                  <a:schemeClr val="tx1"/>
                </a:solidFill>
                <a:effectLst/>
              </a:rPr>
              <a:t>Time estimate - 2 points</a:t>
            </a:r>
            <a:endParaRPr lang="en-US">
              <a:solidFill>
                <a:schemeClr val="tx1"/>
              </a:solidFill>
            </a:endParaRPr>
          </a:p>
          <a:p>
            <a:endParaRPr lang="en-US"/>
          </a:p>
          <a:p>
            <a:r>
              <a:rPr lang="en-US"/>
              <a:t>Materials:</a:t>
            </a:r>
          </a:p>
          <a:p>
            <a:r>
              <a:rPr lang="en-US"/>
              <a:t>2, 3 x 8 x 1/8 inch plywood walls.</a:t>
            </a:r>
          </a:p>
          <a:p>
            <a:r>
              <a:rPr lang="en-US"/>
              <a:t>2, 2 x 8 x 1/8 inch plywood walls.</a:t>
            </a:r>
          </a:p>
          <a:p>
            <a:r>
              <a:rPr lang="en-US"/>
              <a:t>4, 2 x 2 x 1/8 inch plywood ramps.</a:t>
            </a:r>
          </a:p>
          <a:p>
            <a:r>
              <a:rPr lang="en-US"/>
              <a:t>3d printed roof.</a:t>
            </a:r>
          </a:p>
          <a:p>
            <a:r>
              <a:rPr lang="en-US"/>
              <a:t>3d printed dice tray.</a:t>
            </a:r>
          </a:p>
          <a:p>
            <a:r>
              <a:rPr lang="en-US"/>
              <a:t>3d printed clock face.</a:t>
            </a:r>
          </a:p>
          <a:p>
            <a:r>
              <a:rPr lang="en-US"/>
              <a:t>Plastic ramp, Camera, dice.</a:t>
            </a:r>
          </a:p>
        </p:txBody>
      </p:sp>
      <p:sp>
        <p:nvSpPr>
          <p:cNvPr id="6" name="TextBox 5">
            <a:extLst>
              <a:ext uri="{FF2B5EF4-FFF2-40B4-BE49-F238E27FC236}">
                <a16:creationId xmlns:a16="http://schemas.microsoft.com/office/drawing/2014/main" id="{24948E76-C56B-4C9C-800C-3C78B67B3F5E}"/>
              </a:ext>
            </a:extLst>
          </p:cNvPr>
          <p:cNvSpPr txBox="1"/>
          <p:nvPr/>
        </p:nvSpPr>
        <p:spPr>
          <a:xfrm>
            <a:off x="70520" y="972207"/>
            <a:ext cx="553998" cy="4340772"/>
          </a:xfrm>
          <a:prstGeom prst="rect">
            <a:avLst/>
          </a:prstGeom>
          <a:solidFill>
            <a:srgbClr val="C00000"/>
          </a:solidFill>
        </p:spPr>
        <p:txBody>
          <a:bodyPr vert="vert270" wrap="square" rtlCol="0">
            <a:spAutoFit/>
          </a:bodyPr>
          <a:lstStyle/>
          <a:p>
            <a:r>
              <a:rPr lang="en-US" sz="2400">
                <a:solidFill>
                  <a:schemeClr val="bg1"/>
                </a:solidFill>
                <a:latin typeface="Georgia" panose="02040502050405020303" pitchFamily="18" charset="0"/>
              </a:rPr>
              <a:t>Synthesis – Create your Design</a:t>
            </a:r>
          </a:p>
        </p:txBody>
      </p:sp>
      <p:sp>
        <p:nvSpPr>
          <p:cNvPr id="2" name="TextBox 1">
            <a:extLst>
              <a:ext uri="{FF2B5EF4-FFF2-40B4-BE49-F238E27FC236}">
                <a16:creationId xmlns:a16="http://schemas.microsoft.com/office/drawing/2014/main" id="{2F5BB1DC-66BA-87FA-16D4-3F25C2C916AA}"/>
              </a:ext>
            </a:extLst>
          </p:cNvPr>
          <p:cNvSpPr txBox="1"/>
          <p:nvPr/>
        </p:nvSpPr>
        <p:spPr>
          <a:xfrm>
            <a:off x="4943659" y="2560608"/>
            <a:ext cx="3835602" cy="3693319"/>
          </a:xfrm>
          <a:prstGeom prst="rect">
            <a:avLst/>
          </a:prstGeom>
          <a:noFill/>
        </p:spPr>
        <p:txBody>
          <a:bodyPr wrap="square" rtlCol="0">
            <a:spAutoFit/>
          </a:bodyPr>
          <a:lstStyle/>
          <a:p>
            <a:r>
              <a:rPr lang="en-US">
                <a:latin typeface="Georgia" panose="02040502050405020303" pitchFamily="18" charset="0"/>
              </a:rPr>
              <a:t>Most difficult area:</a:t>
            </a:r>
          </a:p>
          <a:p>
            <a:r>
              <a:rPr lang="en-US">
                <a:latin typeface="Georgia" panose="02040502050405020303" pitchFamily="18" charset="0"/>
              </a:rPr>
              <a:t>The hardest part when creating the build has been seating the ramps into the tower. The easiest way I found to do this was to leave one wall off of the tower and slide them into place with glue.</a:t>
            </a:r>
          </a:p>
          <a:p>
            <a:endParaRPr lang="en-US">
              <a:latin typeface="Georgia" panose="02040502050405020303" pitchFamily="18" charset="0"/>
            </a:endParaRPr>
          </a:p>
          <a:p>
            <a:r>
              <a:rPr lang="en-US">
                <a:latin typeface="Georgia" panose="02040502050405020303" pitchFamily="18" charset="0"/>
              </a:rPr>
              <a:t>Time Estimate:</a:t>
            </a:r>
          </a:p>
          <a:p>
            <a:r>
              <a:rPr lang="en-US">
                <a:latin typeface="Georgia" panose="02040502050405020303" pitchFamily="18" charset="0"/>
              </a:rPr>
              <a:t>Waiting for laser cutting: 2 hours</a:t>
            </a:r>
          </a:p>
          <a:p>
            <a:r>
              <a:rPr lang="en-US">
                <a:latin typeface="Georgia" panose="02040502050405020303" pitchFamily="18" charset="0"/>
              </a:rPr>
              <a:t>Total 3D print time: 3 hours</a:t>
            </a:r>
          </a:p>
          <a:p>
            <a:r>
              <a:rPr lang="en-US">
                <a:latin typeface="Georgia" panose="02040502050405020303" pitchFamily="18" charset="0"/>
              </a:rPr>
              <a:t>Construction/drying: 7 hours</a:t>
            </a:r>
          </a:p>
          <a:p>
            <a:endParaRPr lang="en-US">
              <a:latin typeface="Georgia" panose="02040502050405020303" pitchFamily="18" charset="0"/>
            </a:endParaRPr>
          </a:p>
        </p:txBody>
      </p:sp>
    </p:spTree>
    <p:extLst>
      <p:ext uri="{BB962C8B-B14F-4D97-AF65-F5344CB8AC3E}">
        <p14:creationId xmlns:p14="http://schemas.microsoft.com/office/powerpoint/2010/main" val="1544656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2077E-B111-44AE-9A8A-5DFE81C8A57B}"/>
              </a:ext>
            </a:extLst>
          </p:cNvPr>
          <p:cNvSpPr>
            <a:spLocks noGrp="1"/>
          </p:cNvSpPr>
          <p:nvPr>
            <p:ph type="title"/>
          </p:nvPr>
        </p:nvSpPr>
        <p:spPr/>
        <p:txBody>
          <a:bodyPr>
            <a:normAutofit fontScale="90000"/>
          </a:bodyPr>
          <a:lstStyle/>
          <a:p>
            <a:r>
              <a:rPr lang="en-US"/>
              <a:t>Prototype</a:t>
            </a:r>
            <a:br>
              <a:rPr lang="en-US"/>
            </a:br>
            <a:r>
              <a:rPr lang="en-US" sz="2200">
                <a:solidFill>
                  <a:schemeClr val="accent1"/>
                </a:solidFill>
              </a:rPr>
              <a:t>Instructions</a:t>
            </a:r>
            <a:endParaRPr lang="en-US">
              <a:solidFill>
                <a:schemeClr val="accent1"/>
              </a:solidFill>
            </a:endParaRPr>
          </a:p>
        </p:txBody>
      </p:sp>
      <p:sp>
        <p:nvSpPr>
          <p:cNvPr id="3" name="Content Placeholder 2">
            <a:extLst>
              <a:ext uri="{FF2B5EF4-FFF2-40B4-BE49-F238E27FC236}">
                <a16:creationId xmlns:a16="http://schemas.microsoft.com/office/drawing/2014/main" id="{F76414E8-B106-4404-A801-3543BC92232E}"/>
              </a:ext>
            </a:extLst>
          </p:cNvPr>
          <p:cNvSpPr>
            <a:spLocks noGrp="1"/>
          </p:cNvSpPr>
          <p:nvPr>
            <p:ph idx="1"/>
          </p:nvPr>
        </p:nvSpPr>
        <p:spPr>
          <a:xfrm>
            <a:off x="1050878" y="982717"/>
            <a:ext cx="7728383" cy="5197366"/>
          </a:xfrm>
        </p:spPr>
        <p:txBody>
          <a:bodyPr>
            <a:normAutofit fontScale="77500" lnSpcReduction="20000"/>
          </a:bodyPr>
          <a:lstStyle/>
          <a:p>
            <a:pPr algn="l">
              <a:lnSpc>
                <a:spcPct val="120000"/>
              </a:lnSpc>
            </a:pPr>
            <a:r>
              <a:rPr lang="en-US" sz="1800">
                <a:effectLst/>
              </a:rPr>
              <a:t>Now it is time to move from paper and thought to actually building or creating.  You have a Build Demonstration instruction in your assignment.  This build is unique to your role and should start you on the path of a working prototype. As you do this you are likely to have one or more of the following experiences: </a:t>
            </a:r>
            <a:endParaRPr lang="en-US">
              <a:effectLst/>
            </a:endParaRPr>
          </a:p>
          <a:p>
            <a:pPr algn="l">
              <a:lnSpc>
                <a:spcPct val="120000"/>
              </a:lnSpc>
              <a:buFont typeface="+mj-lt"/>
              <a:buAutoNum type="arabicPeriod"/>
            </a:pPr>
            <a:r>
              <a:rPr lang="en-US" sz="1800">
                <a:effectLst/>
              </a:rPr>
              <a:t> You discover that there are parts of the design that you didn’t consider, and you will need to modify your design. </a:t>
            </a:r>
            <a:endParaRPr lang="en-US">
              <a:effectLst/>
            </a:endParaRPr>
          </a:p>
          <a:p>
            <a:pPr algn="l">
              <a:lnSpc>
                <a:spcPct val="120000"/>
              </a:lnSpc>
              <a:buFont typeface="+mj-lt"/>
              <a:buAutoNum type="arabicPeriod"/>
            </a:pPr>
            <a:r>
              <a:rPr lang="en-US" sz="1800">
                <a:effectLst/>
              </a:rPr>
              <a:t> Certain parts may not move/behave/look the way you envisioned.  You may need to troubleshoot the problem and make a correction to your design.</a:t>
            </a:r>
            <a:endParaRPr lang="en-US">
              <a:effectLst/>
            </a:endParaRPr>
          </a:p>
          <a:p>
            <a:pPr algn="l">
              <a:lnSpc>
                <a:spcPct val="120000"/>
              </a:lnSpc>
              <a:buFont typeface="+mj-lt"/>
              <a:buAutoNum type="arabicPeriod"/>
            </a:pPr>
            <a:r>
              <a:rPr lang="en-US" sz="1800">
                <a:effectLst/>
              </a:rPr>
              <a:t> The materials or methods you selected to create your subsection turn out not to be appropriate for the task. </a:t>
            </a:r>
            <a:endParaRPr lang="en-US">
              <a:effectLst/>
            </a:endParaRPr>
          </a:p>
          <a:p>
            <a:pPr algn="l">
              <a:lnSpc>
                <a:spcPct val="120000"/>
              </a:lnSpc>
              <a:buFont typeface="+mj-lt"/>
              <a:buAutoNum type="arabicPeriod"/>
            </a:pPr>
            <a:r>
              <a:rPr lang="en-US" sz="1800">
                <a:effectLst/>
              </a:rPr>
              <a:t> You need to consider how your subsection is going to interface with others and spend time working with those team members. </a:t>
            </a:r>
            <a:endParaRPr lang="en-US">
              <a:effectLst/>
            </a:endParaRPr>
          </a:p>
          <a:p>
            <a:pPr>
              <a:lnSpc>
                <a:spcPct val="120000"/>
              </a:lnSpc>
            </a:pPr>
            <a:r>
              <a:rPr lang="en-US" sz="1800">
                <a:effectLst/>
              </a:rPr>
              <a:t>All of these are common to the prototype process.  Be willing to work with and help teammates so that your team has a better overall design.  </a:t>
            </a:r>
            <a:endParaRPr lang="en-US"/>
          </a:p>
          <a:p>
            <a:pPr>
              <a:lnSpc>
                <a:spcPct val="120000"/>
              </a:lnSpc>
            </a:pPr>
            <a:endParaRPr lang="en-US" sz="1800">
              <a:effectLst/>
            </a:endParaRPr>
          </a:p>
          <a:p>
            <a:r>
              <a:rPr lang="en-US" b="1"/>
              <a:t>Include a</a:t>
            </a:r>
            <a:r>
              <a:rPr lang="en-US" sz="1800" b="1">
                <a:effectLst/>
              </a:rPr>
              <a:t>n image of your Build Demonstration : These points are credit for fabrication of parts and initial integration.  These points ar</a:t>
            </a:r>
            <a:r>
              <a:rPr lang="en-US" b="1"/>
              <a:t>e not for a  working system.  Those points are awarded for the video link as described on a future slide.</a:t>
            </a:r>
          </a:p>
          <a:p>
            <a:endParaRPr lang="en-US"/>
          </a:p>
          <a:p>
            <a:r>
              <a:rPr lang="en-US"/>
              <a:t>A rubric can be found on the next slide.</a:t>
            </a:r>
          </a:p>
          <a:p>
            <a:endParaRPr lang="en-US"/>
          </a:p>
        </p:txBody>
      </p:sp>
      <p:sp>
        <p:nvSpPr>
          <p:cNvPr id="4" name="TextBox 3">
            <a:extLst>
              <a:ext uri="{FF2B5EF4-FFF2-40B4-BE49-F238E27FC236}">
                <a16:creationId xmlns:a16="http://schemas.microsoft.com/office/drawing/2014/main" id="{880D4161-C6B8-4A50-8DE3-57D862D82601}"/>
              </a:ext>
            </a:extLst>
          </p:cNvPr>
          <p:cNvSpPr txBox="1"/>
          <p:nvPr/>
        </p:nvSpPr>
        <p:spPr>
          <a:xfrm>
            <a:off x="70520" y="2243958"/>
            <a:ext cx="553998" cy="1466193"/>
          </a:xfrm>
          <a:prstGeom prst="rect">
            <a:avLst/>
          </a:prstGeom>
          <a:solidFill>
            <a:srgbClr val="92D050"/>
          </a:solidFill>
        </p:spPr>
        <p:txBody>
          <a:bodyPr vert="vert270" wrap="square" rtlCol="0">
            <a:spAutoFit/>
          </a:bodyPr>
          <a:lstStyle/>
          <a:p>
            <a:r>
              <a:rPr lang="en-US" sz="2400">
                <a:solidFill>
                  <a:schemeClr val="bg1"/>
                </a:solidFill>
                <a:latin typeface="Georgia" panose="02040502050405020303" pitchFamily="18" charset="0"/>
              </a:rPr>
              <a:t>Prototype</a:t>
            </a:r>
          </a:p>
        </p:txBody>
      </p:sp>
    </p:spTree>
    <p:extLst>
      <p:ext uri="{BB962C8B-B14F-4D97-AF65-F5344CB8AC3E}">
        <p14:creationId xmlns:p14="http://schemas.microsoft.com/office/powerpoint/2010/main" val="1326122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EE6CF-827D-4593-941C-65F58B77B00D}"/>
              </a:ext>
            </a:extLst>
          </p:cNvPr>
          <p:cNvSpPr>
            <a:spLocks noGrp="1"/>
          </p:cNvSpPr>
          <p:nvPr>
            <p:ph type="title"/>
          </p:nvPr>
        </p:nvSpPr>
        <p:spPr/>
        <p:txBody>
          <a:bodyPr>
            <a:normAutofit fontScale="90000"/>
          </a:bodyPr>
          <a:lstStyle/>
          <a:p>
            <a:r>
              <a:rPr lang="en-US"/>
              <a:t>Prototype</a:t>
            </a:r>
            <a:br>
              <a:rPr lang="en-US"/>
            </a:br>
            <a:r>
              <a:rPr lang="en-US" sz="2200">
                <a:solidFill>
                  <a:schemeClr val="accent1"/>
                </a:solidFill>
              </a:rPr>
              <a:t>Rubric</a:t>
            </a:r>
            <a:endParaRPr lang="en-US">
              <a:solidFill>
                <a:schemeClr val="accent1"/>
              </a:solidFill>
            </a:endParaRPr>
          </a:p>
        </p:txBody>
      </p:sp>
      <p:sp>
        <p:nvSpPr>
          <p:cNvPr id="3" name="Content Placeholder 2">
            <a:extLst>
              <a:ext uri="{FF2B5EF4-FFF2-40B4-BE49-F238E27FC236}">
                <a16:creationId xmlns:a16="http://schemas.microsoft.com/office/drawing/2014/main" id="{1A34576E-8A23-4C9E-81FE-85B6A1681B89}"/>
              </a:ext>
            </a:extLst>
          </p:cNvPr>
          <p:cNvSpPr>
            <a:spLocks noGrp="1"/>
          </p:cNvSpPr>
          <p:nvPr>
            <p:ph idx="1"/>
          </p:nvPr>
        </p:nvSpPr>
        <p:spPr/>
        <p:txBody>
          <a:bodyPr/>
          <a:lstStyle/>
          <a:p>
            <a:r>
              <a:rPr lang="en-US" sz="1800">
                <a:effectLst/>
              </a:rPr>
              <a:t>RUBRIC</a:t>
            </a:r>
            <a:endParaRPr lang="en-US"/>
          </a:p>
          <a:p>
            <a:r>
              <a:rPr lang="en-US" sz="1800" b="1">
                <a:effectLst/>
              </a:rPr>
              <a:t>An image showing a prototype </a:t>
            </a:r>
            <a:r>
              <a:rPr lang="en-US" sz="1800">
                <a:effectLst/>
              </a:rPr>
              <a:t>(either physical build or code/build) – 4 points</a:t>
            </a:r>
          </a:p>
          <a:p>
            <a:r>
              <a:rPr lang="en-US"/>
              <a:t>Vision: Dice roller with dice in bottom tray and camera overhead</a:t>
            </a:r>
          </a:p>
          <a:p>
            <a:r>
              <a:rPr lang="en-US"/>
              <a:t>Game Structure: Assembled game board and stepper motor and any support/gearing needed for motion.</a:t>
            </a:r>
          </a:p>
          <a:p>
            <a:r>
              <a:rPr lang="en-US"/>
              <a:t>Game Piece Mover: Single game piece and assembled end effector that look like they could link together. </a:t>
            </a:r>
          </a:p>
          <a:p>
            <a:r>
              <a:rPr lang="en-US"/>
              <a:t>Game Board: An assembled swap station, and an assembled dump station.  These can be two images. </a:t>
            </a:r>
          </a:p>
          <a:p>
            <a:r>
              <a:rPr lang="en-US"/>
              <a:t>GUI /Controlling code:  The assembled test structure described in the Build Demonstration Arduino and components, code loaded into MATLAB in separate screenshot. </a:t>
            </a:r>
          </a:p>
          <a:p>
            <a:endParaRPr lang="en-US"/>
          </a:p>
          <a:p>
            <a:r>
              <a:rPr lang="en-US" sz="1800" b="1">
                <a:effectLst/>
              </a:rPr>
              <a:t>Quality and effort of prototype </a:t>
            </a:r>
            <a:r>
              <a:rPr lang="en-US" sz="1800">
                <a:effectLst/>
              </a:rPr>
              <a:t>– 4 points</a:t>
            </a:r>
            <a:endParaRPr lang="en-US"/>
          </a:p>
          <a:p>
            <a:endParaRPr lang="en-US"/>
          </a:p>
        </p:txBody>
      </p:sp>
      <p:sp>
        <p:nvSpPr>
          <p:cNvPr id="4" name="TextBox 3">
            <a:extLst>
              <a:ext uri="{FF2B5EF4-FFF2-40B4-BE49-F238E27FC236}">
                <a16:creationId xmlns:a16="http://schemas.microsoft.com/office/drawing/2014/main" id="{BBF7CC9D-EF01-4BB2-9981-0A705E876B64}"/>
              </a:ext>
            </a:extLst>
          </p:cNvPr>
          <p:cNvSpPr txBox="1"/>
          <p:nvPr/>
        </p:nvSpPr>
        <p:spPr>
          <a:xfrm>
            <a:off x="70520" y="2243958"/>
            <a:ext cx="553998" cy="1466193"/>
          </a:xfrm>
          <a:prstGeom prst="rect">
            <a:avLst/>
          </a:prstGeom>
          <a:solidFill>
            <a:srgbClr val="92D050"/>
          </a:solidFill>
        </p:spPr>
        <p:txBody>
          <a:bodyPr vert="vert270" wrap="square" rtlCol="0">
            <a:spAutoFit/>
          </a:bodyPr>
          <a:lstStyle/>
          <a:p>
            <a:r>
              <a:rPr lang="en-US" sz="2400">
                <a:solidFill>
                  <a:schemeClr val="bg1"/>
                </a:solidFill>
                <a:latin typeface="Georgia" panose="02040502050405020303" pitchFamily="18" charset="0"/>
              </a:rPr>
              <a:t>Prototype</a:t>
            </a:r>
          </a:p>
        </p:txBody>
      </p:sp>
    </p:spTree>
    <p:extLst>
      <p:ext uri="{BB962C8B-B14F-4D97-AF65-F5344CB8AC3E}">
        <p14:creationId xmlns:p14="http://schemas.microsoft.com/office/powerpoint/2010/main" val="259774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18EABCB6-B5F8-9431-34A6-E3F5AC96919E}"/>
              </a:ext>
            </a:extLst>
          </p:cNvPr>
          <p:cNvPicPr>
            <a:picLocks noGrp="1" noChangeAspect="1"/>
          </p:cNvPicPr>
          <p:nvPr>
            <p:ph idx="1"/>
          </p:nvPr>
        </p:nvPicPr>
        <p:blipFill>
          <a:blip r:embed="rId2"/>
          <a:stretch>
            <a:fillRect/>
          </a:stretch>
        </p:blipFill>
        <p:spPr>
          <a:xfrm>
            <a:off x="1292356" y="1322388"/>
            <a:ext cx="3281362" cy="4375150"/>
          </a:xfrm>
        </p:spPr>
      </p:pic>
      <p:sp>
        <p:nvSpPr>
          <p:cNvPr id="2" name="Title 1">
            <a:extLst>
              <a:ext uri="{FF2B5EF4-FFF2-40B4-BE49-F238E27FC236}">
                <a16:creationId xmlns:a16="http://schemas.microsoft.com/office/drawing/2014/main" id="{4C8EE6CF-827D-4593-941C-65F58B77B00D}"/>
              </a:ext>
            </a:extLst>
          </p:cNvPr>
          <p:cNvSpPr>
            <a:spLocks noGrp="1"/>
          </p:cNvSpPr>
          <p:nvPr>
            <p:ph type="title"/>
          </p:nvPr>
        </p:nvSpPr>
        <p:spPr/>
        <p:txBody>
          <a:bodyPr/>
          <a:lstStyle/>
          <a:p>
            <a:r>
              <a:rPr lang="en-US"/>
              <a:t>Prototype Image(s)</a:t>
            </a:r>
          </a:p>
        </p:txBody>
      </p:sp>
      <p:sp>
        <p:nvSpPr>
          <p:cNvPr id="4" name="TextBox 3">
            <a:extLst>
              <a:ext uri="{FF2B5EF4-FFF2-40B4-BE49-F238E27FC236}">
                <a16:creationId xmlns:a16="http://schemas.microsoft.com/office/drawing/2014/main" id="{BBF7CC9D-EF01-4BB2-9981-0A705E876B64}"/>
              </a:ext>
            </a:extLst>
          </p:cNvPr>
          <p:cNvSpPr txBox="1"/>
          <p:nvPr/>
        </p:nvSpPr>
        <p:spPr>
          <a:xfrm>
            <a:off x="70520" y="2243958"/>
            <a:ext cx="553998" cy="1466193"/>
          </a:xfrm>
          <a:prstGeom prst="rect">
            <a:avLst/>
          </a:prstGeom>
          <a:solidFill>
            <a:srgbClr val="92D050"/>
          </a:solidFill>
        </p:spPr>
        <p:txBody>
          <a:bodyPr vert="vert270" wrap="square" rtlCol="0">
            <a:spAutoFit/>
          </a:bodyPr>
          <a:lstStyle/>
          <a:p>
            <a:r>
              <a:rPr lang="en-US" sz="2400">
                <a:solidFill>
                  <a:schemeClr val="bg1"/>
                </a:solidFill>
                <a:latin typeface="Georgia" panose="02040502050405020303" pitchFamily="18" charset="0"/>
              </a:rPr>
              <a:t>Prototype</a:t>
            </a:r>
          </a:p>
        </p:txBody>
      </p:sp>
    </p:spTree>
    <p:extLst>
      <p:ext uri="{BB962C8B-B14F-4D97-AF65-F5344CB8AC3E}">
        <p14:creationId xmlns:p14="http://schemas.microsoft.com/office/powerpoint/2010/main" val="1521817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2077E-B111-44AE-9A8A-5DFE81C8A57B}"/>
              </a:ext>
            </a:extLst>
          </p:cNvPr>
          <p:cNvSpPr>
            <a:spLocks noGrp="1"/>
          </p:cNvSpPr>
          <p:nvPr>
            <p:ph type="title"/>
          </p:nvPr>
        </p:nvSpPr>
        <p:spPr/>
        <p:txBody>
          <a:bodyPr>
            <a:normAutofit fontScale="90000"/>
          </a:bodyPr>
          <a:lstStyle/>
          <a:p>
            <a:r>
              <a:rPr lang="en-US"/>
              <a:t>Evaluation – Proof of Concept</a:t>
            </a:r>
            <a:br>
              <a:rPr lang="en-US"/>
            </a:br>
            <a:r>
              <a:rPr lang="en-US" sz="2200">
                <a:solidFill>
                  <a:schemeClr val="accent1"/>
                </a:solidFill>
              </a:rPr>
              <a:t>Instructions</a:t>
            </a:r>
            <a:endParaRPr lang="en-US">
              <a:solidFill>
                <a:schemeClr val="accent1"/>
              </a:solidFill>
            </a:endParaRPr>
          </a:p>
        </p:txBody>
      </p:sp>
      <p:sp>
        <p:nvSpPr>
          <p:cNvPr id="3" name="Content Placeholder 2">
            <a:extLst>
              <a:ext uri="{FF2B5EF4-FFF2-40B4-BE49-F238E27FC236}">
                <a16:creationId xmlns:a16="http://schemas.microsoft.com/office/drawing/2014/main" id="{F76414E8-B106-4404-A801-3543BC92232E}"/>
              </a:ext>
            </a:extLst>
          </p:cNvPr>
          <p:cNvSpPr>
            <a:spLocks noGrp="1"/>
          </p:cNvSpPr>
          <p:nvPr>
            <p:ph idx="1"/>
          </p:nvPr>
        </p:nvSpPr>
        <p:spPr>
          <a:xfrm>
            <a:off x="1050878" y="982717"/>
            <a:ext cx="7728383" cy="5197366"/>
          </a:xfrm>
        </p:spPr>
        <p:txBody>
          <a:bodyPr>
            <a:normAutofit/>
          </a:bodyPr>
          <a:lstStyle/>
          <a:p>
            <a:pPr>
              <a:lnSpc>
                <a:spcPct val="100000"/>
              </a:lnSpc>
            </a:pPr>
            <a:r>
              <a:rPr lang="en-US" sz="1800">
                <a:effectLst/>
              </a:rPr>
              <a:t>The last step is to develop a "test" to prove that your design concept should work.  On Canvas you will find the link to a Build Demonstration to perform for your subsystem.  That demonstration is the “proof of concept” for your design.  </a:t>
            </a:r>
            <a:r>
              <a:rPr lang="en-US" b="1"/>
              <a:t>Since this is a demonstration of function, the output of this demonstration will be captured on VIDEO.</a:t>
            </a:r>
            <a:r>
              <a:rPr lang="en-US" sz="1800" b="1">
                <a:effectLst/>
              </a:rPr>
              <a:t> </a:t>
            </a:r>
          </a:p>
          <a:p>
            <a:pPr>
              <a:lnSpc>
                <a:spcPct val="100000"/>
              </a:lnSpc>
            </a:pPr>
            <a:endParaRPr lang="en-US"/>
          </a:p>
          <a:p>
            <a:pPr>
              <a:lnSpc>
                <a:spcPct val="100000"/>
              </a:lnSpc>
            </a:pPr>
            <a:r>
              <a:rPr lang="en-US" sz="1800">
                <a:effectLst/>
              </a:rPr>
              <a:t>In the assignment is a link for instructions on </a:t>
            </a:r>
            <a:r>
              <a:rPr lang="en-US"/>
              <a:t>how to upload a video to </a:t>
            </a:r>
            <a:r>
              <a:rPr lang="en-US" err="1"/>
              <a:t>Yuja</a:t>
            </a:r>
            <a:r>
              <a:rPr lang="en-US"/>
              <a:t>, which is UK’s free cloud storage and is linked to Canvas.  You can also use You Tube if you feel more comfortable with that. </a:t>
            </a:r>
            <a:endParaRPr lang="en-US" sz="1800">
              <a:effectLst/>
            </a:endParaRPr>
          </a:p>
          <a:p>
            <a:pPr>
              <a:lnSpc>
                <a:spcPct val="100000"/>
              </a:lnSpc>
            </a:pPr>
            <a:endParaRPr lang="en-US"/>
          </a:p>
          <a:p>
            <a:pPr>
              <a:lnSpc>
                <a:spcPct val="100000"/>
              </a:lnSpc>
            </a:pPr>
            <a:r>
              <a:rPr lang="en-US"/>
              <a:t>You can find a rubric for this section on the next slide.</a:t>
            </a:r>
          </a:p>
        </p:txBody>
      </p:sp>
      <p:sp>
        <p:nvSpPr>
          <p:cNvPr id="4" name="TextBox 3">
            <a:extLst>
              <a:ext uri="{FF2B5EF4-FFF2-40B4-BE49-F238E27FC236}">
                <a16:creationId xmlns:a16="http://schemas.microsoft.com/office/drawing/2014/main" id="{880D4161-C6B8-4A50-8DE3-57D862D82601}"/>
              </a:ext>
            </a:extLst>
          </p:cNvPr>
          <p:cNvSpPr txBox="1"/>
          <p:nvPr/>
        </p:nvSpPr>
        <p:spPr>
          <a:xfrm>
            <a:off x="70520" y="882869"/>
            <a:ext cx="553998" cy="4204137"/>
          </a:xfrm>
          <a:prstGeom prst="rect">
            <a:avLst/>
          </a:prstGeom>
          <a:solidFill>
            <a:srgbClr val="7030A0"/>
          </a:solidFill>
        </p:spPr>
        <p:txBody>
          <a:bodyPr vert="vert270" wrap="square" rtlCol="0">
            <a:spAutoFit/>
          </a:bodyPr>
          <a:lstStyle/>
          <a:p>
            <a:r>
              <a:rPr lang="en-US" sz="2400">
                <a:solidFill>
                  <a:schemeClr val="bg1"/>
                </a:solidFill>
                <a:latin typeface="Georgia" panose="02040502050405020303" pitchFamily="18" charset="0"/>
              </a:rPr>
              <a:t>Evaluation – Proof of Concept</a:t>
            </a:r>
          </a:p>
        </p:txBody>
      </p:sp>
    </p:spTree>
    <p:extLst>
      <p:ext uri="{BB962C8B-B14F-4D97-AF65-F5344CB8AC3E}">
        <p14:creationId xmlns:p14="http://schemas.microsoft.com/office/powerpoint/2010/main" val="1322252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2077E-B111-44AE-9A8A-5DFE81C8A57B}"/>
              </a:ext>
            </a:extLst>
          </p:cNvPr>
          <p:cNvSpPr>
            <a:spLocks noGrp="1"/>
          </p:cNvSpPr>
          <p:nvPr>
            <p:ph type="title"/>
          </p:nvPr>
        </p:nvSpPr>
        <p:spPr/>
        <p:txBody>
          <a:bodyPr>
            <a:normAutofit fontScale="90000"/>
          </a:bodyPr>
          <a:lstStyle/>
          <a:p>
            <a:r>
              <a:rPr lang="en-US"/>
              <a:t>Evaluation – Proof of Concept</a:t>
            </a:r>
            <a:br>
              <a:rPr lang="en-US"/>
            </a:br>
            <a:r>
              <a:rPr lang="en-US" sz="2200">
                <a:solidFill>
                  <a:schemeClr val="accent1"/>
                </a:solidFill>
              </a:rPr>
              <a:t>Rubric</a:t>
            </a:r>
            <a:endParaRPr lang="en-US">
              <a:solidFill>
                <a:schemeClr val="accent1"/>
              </a:solidFill>
            </a:endParaRPr>
          </a:p>
        </p:txBody>
      </p:sp>
      <p:sp>
        <p:nvSpPr>
          <p:cNvPr id="3" name="Content Placeholder 2">
            <a:extLst>
              <a:ext uri="{FF2B5EF4-FFF2-40B4-BE49-F238E27FC236}">
                <a16:creationId xmlns:a16="http://schemas.microsoft.com/office/drawing/2014/main" id="{F76414E8-B106-4404-A801-3543BC92232E}"/>
              </a:ext>
            </a:extLst>
          </p:cNvPr>
          <p:cNvSpPr>
            <a:spLocks noGrp="1"/>
          </p:cNvSpPr>
          <p:nvPr>
            <p:ph idx="1"/>
          </p:nvPr>
        </p:nvSpPr>
        <p:spPr>
          <a:xfrm>
            <a:off x="1050878" y="982717"/>
            <a:ext cx="7728383" cy="5197366"/>
          </a:xfrm>
        </p:spPr>
        <p:txBody>
          <a:bodyPr>
            <a:normAutofit/>
          </a:bodyPr>
          <a:lstStyle/>
          <a:p>
            <a:pPr algn="l"/>
            <a:r>
              <a:rPr lang="en-US" sz="1800">
                <a:effectLst/>
              </a:rPr>
              <a:t>For each of the following: 15 points for function demonstrated,  10 points if it mostly works,  and 5 points if it was a good attempt.</a:t>
            </a:r>
            <a:endParaRPr lang="en-US">
              <a:effectLst/>
            </a:endParaRPr>
          </a:p>
          <a:p>
            <a:pPr algn="l"/>
            <a:r>
              <a:rPr lang="en-US" sz="1800" b="1">
                <a:effectLst/>
              </a:rPr>
              <a:t>Game Structure:</a:t>
            </a:r>
            <a:r>
              <a:rPr lang="en-US" sz="1800">
                <a:effectLst/>
              </a:rPr>
              <a:t> URL to video showing stepper motor moving platform 360° and back again.</a:t>
            </a:r>
            <a:endParaRPr lang="en-US">
              <a:effectLst/>
            </a:endParaRPr>
          </a:p>
          <a:p>
            <a:pPr algn="l"/>
            <a:r>
              <a:rPr lang="en-US" sz="1800" b="1">
                <a:effectLst/>
              </a:rPr>
              <a:t>Vision System: </a:t>
            </a:r>
            <a:r>
              <a:rPr lang="en-US" sz="1800">
                <a:effectLst/>
              </a:rPr>
              <a:t>URL or video showing MATLAB getting an image from a dice in the dice tray, processing the image and returning a black background image with white blobs for dots on the dice. </a:t>
            </a:r>
            <a:r>
              <a:rPr lang="en-US"/>
              <a:t>While taking video be sure to end with the Table Of Properties showing the right number of rows, or showing a “height” variable with the right number.</a:t>
            </a:r>
            <a:endParaRPr lang="en-US">
              <a:effectLst/>
            </a:endParaRPr>
          </a:p>
          <a:p>
            <a:pPr algn="l"/>
            <a:r>
              <a:rPr lang="en-US" sz="1800" b="1">
                <a:effectLst/>
              </a:rPr>
              <a:t>Game Board:</a:t>
            </a:r>
            <a:r>
              <a:rPr lang="en-US" sz="1800">
                <a:effectLst/>
              </a:rPr>
              <a:t> URL or video showing a working swap station and then a working dump station, or two videos with one in each.  </a:t>
            </a:r>
            <a:endParaRPr lang="en-US">
              <a:effectLst/>
            </a:endParaRPr>
          </a:p>
          <a:p>
            <a:pPr algn="l"/>
            <a:r>
              <a:rPr lang="en-US" sz="1800" b="1">
                <a:effectLst/>
              </a:rPr>
              <a:t>Game Piece Mover:</a:t>
            </a:r>
            <a:r>
              <a:rPr lang="en-US" sz="1800">
                <a:effectLst/>
              </a:rPr>
              <a:t> URL of video of a prototype showing end effecto</a:t>
            </a:r>
            <a:r>
              <a:rPr lang="en-US"/>
              <a:t>r grabbing and lifting game piece and then releasing it in a controlled fashion. </a:t>
            </a:r>
            <a:endParaRPr lang="en-US">
              <a:effectLst/>
            </a:endParaRPr>
          </a:p>
          <a:p>
            <a:r>
              <a:rPr lang="en-US" sz="1800" b="1">
                <a:effectLst/>
              </a:rPr>
              <a:t>Code:</a:t>
            </a:r>
            <a:r>
              <a:rPr lang="en-US" sz="1800">
                <a:effectLst/>
              </a:rPr>
              <a:t> URL of video of code and Arduino performing the tasks called out in the Flowchart. </a:t>
            </a:r>
            <a:endParaRPr lang="en-US">
              <a:effectLst/>
            </a:endParaRPr>
          </a:p>
          <a:p>
            <a:pPr algn="l"/>
            <a:endParaRPr lang="en-US">
              <a:effectLst/>
            </a:endParaRPr>
          </a:p>
          <a:p>
            <a:endParaRPr lang="en-US"/>
          </a:p>
        </p:txBody>
      </p:sp>
      <p:sp>
        <p:nvSpPr>
          <p:cNvPr id="4" name="TextBox 3">
            <a:extLst>
              <a:ext uri="{FF2B5EF4-FFF2-40B4-BE49-F238E27FC236}">
                <a16:creationId xmlns:a16="http://schemas.microsoft.com/office/drawing/2014/main" id="{880D4161-C6B8-4A50-8DE3-57D862D82601}"/>
              </a:ext>
            </a:extLst>
          </p:cNvPr>
          <p:cNvSpPr txBox="1"/>
          <p:nvPr/>
        </p:nvSpPr>
        <p:spPr>
          <a:xfrm>
            <a:off x="70520" y="882869"/>
            <a:ext cx="553998" cy="4204137"/>
          </a:xfrm>
          <a:prstGeom prst="rect">
            <a:avLst/>
          </a:prstGeom>
          <a:solidFill>
            <a:srgbClr val="7030A0"/>
          </a:solidFill>
        </p:spPr>
        <p:txBody>
          <a:bodyPr vert="vert270" wrap="square" rtlCol="0">
            <a:spAutoFit/>
          </a:bodyPr>
          <a:lstStyle/>
          <a:p>
            <a:r>
              <a:rPr lang="en-US" sz="2400">
                <a:solidFill>
                  <a:schemeClr val="bg1"/>
                </a:solidFill>
                <a:latin typeface="Georgia" panose="02040502050405020303" pitchFamily="18" charset="0"/>
              </a:rPr>
              <a:t>Evaluation – Proof of Concept</a:t>
            </a:r>
          </a:p>
        </p:txBody>
      </p:sp>
    </p:spTree>
    <p:extLst>
      <p:ext uri="{BB962C8B-B14F-4D97-AF65-F5344CB8AC3E}">
        <p14:creationId xmlns:p14="http://schemas.microsoft.com/office/powerpoint/2010/main" val="3953004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2077E-B111-44AE-9A8A-5DFE81C8A57B}"/>
              </a:ext>
            </a:extLst>
          </p:cNvPr>
          <p:cNvSpPr>
            <a:spLocks noGrp="1"/>
          </p:cNvSpPr>
          <p:nvPr>
            <p:ph type="title"/>
          </p:nvPr>
        </p:nvSpPr>
        <p:spPr/>
        <p:txBody>
          <a:bodyPr>
            <a:normAutofit/>
          </a:bodyPr>
          <a:lstStyle/>
          <a:p>
            <a:r>
              <a:rPr lang="en-US"/>
              <a:t>Evaluation – Proof of Concept Embed video or link here</a:t>
            </a:r>
            <a:endParaRPr lang="en-US">
              <a:solidFill>
                <a:schemeClr val="accent1"/>
              </a:solidFill>
            </a:endParaRPr>
          </a:p>
        </p:txBody>
      </p:sp>
      <p:sp>
        <p:nvSpPr>
          <p:cNvPr id="3" name="Content Placeholder 2">
            <a:extLst>
              <a:ext uri="{FF2B5EF4-FFF2-40B4-BE49-F238E27FC236}">
                <a16:creationId xmlns:a16="http://schemas.microsoft.com/office/drawing/2014/main" id="{F76414E8-B106-4404-A801-3543BC92232E}"/>
              </a:ext>
            </a:extLst>
          </p:cNvPr>
          <p:cNvSpPr>
            <a:spLocks noGrp="1"/>
          </p:cNvSpPr>
          <p:nvPr>
            <p:ph idx="1"/>
          </p:nvPr>
        </p:nvSpPr>
        <p:spPr>
          <a:xfrm>
            <a:off x="1050878" y="982717"/>
            <a:ext cx="7728383" cy="5197366"/>
          </a:xfrm>
        </p:spPr>
        <p:txBody>
          <a:bodyPr>
            <a:normAutofit/>
          </a:bodyPr>
          <a:lstStyle/>
          <a:p>
            <a:r>
              <a:rPr lang="en-US"/>
              <a:t>NOTE This needs to be a LINK to a VIDEO or a comment that you have done an additional entry and to submit your file with </a:t>
            </a:r>
            <a:r>
              <a:rPr lang="en-US" err="1"/>
              <a:t>Yuja</a:t>
            </a:r>
            <a:r>
              <a:rPr lang="en-US"/>
              <a:t>.  You can put a </a:t>
            </a:r>
            <a:r>
              <a:rPr lang="en-US" err="1"/>
              <a:t>Yuja</a:t>
            </a:r>
            <a:r>
              <a:rPr lang="en-US"/>
              <a:t> link here, or create a separate upload to directly embed the video using </a:t>
            </a:r>
            <a:r>
              <a:rPr lang="en-US" err="1"/>
              <a:t>Yuja</a:t>
            </a:r>
            <a:r>
              <a:rPr lang="en-US"/>
              <a:t>.</a:t>
            </a:r>
          </a:p>
          <a:p>
            <a:endParaRPr lang="en-US"/>
          </a:p>
          <a:p>
            <a:endParaRPr lang="en-US"/>
          </a:p>
          <a:p>
            <a:r>
              <a:rPr lang="en-US"/>
              <a:t>The LINK to my video is:   </a:t>
            </a:r>
          </a:p>
        </p:txBody>
      </p:sp>
      <p:sp>
        <p:nvSpPr>
          <p:cNvPr id="4" name="TextBox 3">
            <a:extLst>
              <a:ext uri="{FF2B5EF4-FFF2-40B4-BE49-F238E27FC236}">
                <a16:creationId xmlns:a16="http://schemas.microsoft.com/office/drawing/2014/main" id="{880D4161-C6B8-4A50-8DE3-57D862D82601}"/>
              </a:ext>
            </a:extLst>
          </p:cNvPr>
          <p:cNvSpPr txBox="1"/>
          <p:nvPr/>
        </p:nvSpPr>
        <p:spPr>
          <a:xfrm>
            <a:off x="70520" y="882869"/>
            <a:ext cx="553998" cy="4204137"/>
          </a:xfrm>
          <a:prstGeom prst="rect">
            <a:avLst/>
          </a:prstGeom>
          <a:solidFill>
            <a:srgbClr val="7030A0"/>
          </a:solidFill>
        </p:spPr>
        <p:txBody>
          <a:bodyPr vert="vert270" wrap="square" rtlCol="0">
            <a:spAutoFit/>
          </a:bodyPr>
          <a:lstStyle/>
          <a:p>
            <a:r>
              <a:rPr lang="en-US" sz="2400">
                <a:solidFill>
                  <a:schemeClr val="bg1"/>
                </a:solidFill>
                <a:latin typeface="Georgia" panose="02040502050405020303" pitchFamily="18" charset="0"/>
              </a:rPr>
              <a:t>Evaluation – Proof of Concept</a:t>
            </a:r>
          </a:p>
        </p:txBody>
      </p:sp>
      <p:sp>
        <p:nvSpPr>
          <p:cNvPr id="5" name="TextBox 4">
            <a:extLst>
              <a:ext uri="{FF2B5EF4-FFF2-40B4-BE49-F238E27FC236}">
                <a16:creationId xmlns:a16="http://schemas.microsoft.com/office/drawing/2014/main" id="{4FC75AE0-F2F6-4FB9-ACE7-D52CEB6A59D2}"/>
              </a:ext>
            </a:extLst>
          </p:cNvPr>
          <p:cNvSpPr txBox="1"/>
          <p:nvPr/>
        </p:nvSpPr>
        <p:spPr>
          <a:xfrm>
            <a:off x="1052507" y="3269620"/>
            <a:ext cx="5128700" cy="646331"/>
          </a:xfrm>
          <a:prstGeom prst="rect">
            <a:avLst/>
          </a:prstGeom>
          <a:noFill/>
        </p:spPr>
        <p:txBody>
          <a:bodyPr wrap="square" lIns="91440" tIns="45720" rIns="91440" bIns="45720" rtlCol="0" anchor="t">
            <a:spAutoFit/>
          </a:bodyPr>
          <a:lstStyle/>
          <a:p>
            <a:r>
              <a:rPr lang="en-US"/>
              <a:t>https://youtube.com/shorts/Emdr6WnCWw4?si=UJrkMTWYabplTAd5</a:t>
            </a:r>
          </a:p>
        </p:txBody>
      </p:sp>
      <p:sp>
        <p:nvSpPr>
          <p:cNvPr id="6" name="TextBox 5">
            <a:extLst>
              <a:ext uri="{FF2B5EF4-FFF2-40B4-BE49-F238E27FC236}">
                <a16:creationId xmlns:a16="http://schemas.microsoft.com/office/drawing/2014/main" id="{A59B88DB-E4B8-E0BA-0EA3-24E3739F23A2}"/>
              </a:ext>
            </a:extLst>
          </p:cNvPr>
          <p:cNvSpPr txBox="1"/>
          <p:nvPr/>
        </p:nvSpPr>
        <p:spPr>
          <a:xfrm>
            <a:off x="1049389" y="410516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hlinkClick r:id="rId2"/>
              </a:rPr>
              <a:t>POC Model 3 Test</a:t>
            </a:r>
            <a:endParaRPr lang="en-US">
              <a:cs typeface="Arial"/>
            </a:endParaRPr>
          </a:p>
        </p:txBody>
      </p:sp>
    </p:spTree>
    <p:extLst>
      <p:ext uri="{BB962C8B-B14F-4D97-AF65-F5344CB8AC3E}">
        <p14:creationId xmlns:p14="http://schemas.microsoft.com/office/powerpoint/2010/main" val="837361357"/>
      </p:ext>
    </p:extLst>
  </p:cSld>
  <p:clrMapOvr>
    <a:masterClrMapping/>
  </p:clrMapOvr>
</p:sld>
</file>

<file path=ppt/theme/theme1.xml><?xml version="1.0" encoding="utf-8"?>
<a:theme xmlns:a="http://schemas.openxmlformats.org/drawingml/2006/main" name="Office Theme">
  <a:themeElements>
    <a:clrScheme name="UK Brand Color Set">
      <a:dk1>
        <a:srgbClr val="0033A0"/>
      </a:dk1>
      <a:lt1>
        <a:srgbClr val="FFFFFF"/>
      </a:lt1>
      <a:dk2>
        <a:srgbClr val="1B365D"/>
      </a:dk2>
      <a:lt2>
        <a:srgbClr val="DCDDDE"/>
      </a:lt2>
      <a:accent1>
        <a:srgbClr val="1E8AFF"/>
      </a:accent1>
      <a:accent2>
        <a:srgbClr val="FFA360"/>
      </a:accent2>
      <a:accent3>
        <a:srgbClr val="4CBCC0"/>
      </a:accent3>
      <a:accent4>
        <a:srgbClr val="FFC000"/>
      </a:accent4>
      <a:accent5>
        <a:srgbClr val="B1C9E8"/>
      </a:accent5>
      <a:accent6>
        <a:srgbClr val="D6D2C3"/>
      </a:accent6>
      <a:hlink>
        <a:srgbClr val="0C3AA7"/>
      </a:hlink>
      <a:folHlink>
        <a:srgbClr val="22477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9-06037 PowerPoint Classic Template 4x3" id="{4DC85823-1BC8-754E-AACD-C350827CE5E1}" vid="{62366120-CB1C-6648-8F9C-6840A4B7D2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2f2d600-e9e1-4f3d-90ec-0f2e0be48fa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2EEB5C95D0FFD44BE97695AFFB35B97" ma:contentTypeVersion="10" ma:contentTypeDescription="Create a new document." ma:contentTypeScope="" ma:versionID="deb5cbc4c5f7ef31186d9e9b0a3f4a5a">
  <xsd:schema xmlns:xsd="http://www.w3.org/2001/XMLSchema" xmlns:xs="http://www.w3.org/2001/XMLSchema" xmlns:p="http://schemas.microsoft.com/office/2006/metadata/properties" xmlns:ns3="12f2d600-e9e1-4f3d-90ec-0f2e0be48fad" targetNamespace="http://schemas.microsoft.com/office/2006/metadata/properties" ma:root="true" ma:fieldsID="b8007c65b9b049799dd0c15153e53a7f" ns3:_="">
    <xsd:import namespace="12f2d600-e9e1-4f3d-90ec-0f2e0be48fad"/>
    <xsd:element name="properties">
      <xsd:complexType>
        <xsd:sequence>
          <xsd:element name="documentManagement">
            <xsd:complexType>
              <xsd:all>
                <xsd:element ref="ns3:_activity" minOccurs="0"/>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f2d600-e9e1-4f3d-90ec-0f2e0be48fad"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DateTaken" ma:index="9" nillable="true" ma:displayName="MediaServiceDateTaken" ma:hidden="true" ma:indexed="true" ma:internalName="MediaServiceDateTaken" ma:readOnly="true">
      <xsd:simpleType>
        <xsd:restriction base="dms:Text"/>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E18C3B-890B-4DEF-A304-1B433F15AEC6}">
  <ds:schemaRefs>
    <ds:schemaRef ds:uri="http://schemas.microsoft.com/sharepoint/v3/contenttype/forms"/>
  </ds:schemaRefs>
</ds:datastoreItem>
</file>

<file path=customXml/itemProps2.xml><?xml version="1.0" encoding="utf-8"?>
<ds:datastoreItem xmlns:ds="http://schemas.openxmlformats.org/officeDocument/2006/customXml" ds:itemID="{845553DB-DACE-41EA-97BA-2A4AF7DE4146}">
  <ds:schemaRefs>
    <ds:schemaRef ds:uri="12f2d600-e9e1-4f3d-90ec-0f2e0be48fad"/>
    <ds:schemaRef ds:uri="http://www.w3.org/XML/1998/namespace"/>
    <ds:schemaRef ds:uri="http://purl.org/dc/dcmitype/"/>
    <ds:schemaRef ds:uri="http://purl.org/dc/term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9E2C11F9-1289-4CBD-9D7E-AB2F3779E489}">
  <ds:schemaRefs>
    <ds:schemaRef ds:uri="12f2d600-e9e1-4f3d-90ec-0f2e0be48fa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UK classic powerpoint template 4x3</Template>
  <TotalTime>0</TotalTime>
  <Words>1406</Words>
  <Application>Microsoft Office PowerPoint</Application>
  <PresentationFormat>On-screen Show (4:3)</PresentationFormat>
  <Paragraphs>100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Georgia</vt:lpstr>
      <vt:lpstr>Helvetica</vt:lpstr>
      <vt:lpstr>Wingdings</vt:lpstr>
      <vt:lpstr>Office Theme</vt:lpstr>
      <vt:lpstr>Proof of Concept/ Synthesis &amp; Evaluation Analysis and Build</vt:lpstr>
      <vt:lpstr>Synthesis – Create your Design Instructions (Mechanical builds)</vt:lpstr>
      <vt:lpstr>Synthesis – Create your Design Mechanical Builds </vt:lpstr>
      <vt:lpstr>Synthesis – Create your Design Rubric</vt:lpstr>
      <vt:lpstr>Synthesis – Create your Design Image goes here</vt:lpstr>
      <vt:lpstr>Synthesis – Create your Design – answer questions here</vt:lpstr>
      <vt:lpstr>Prototype Instructions</vt:lpstr>
      <vt:lpstr>Prototype Rubric</vt:lpstr>
      <vt:lpstr>Prototype Image(s)</vt:lpstr>
      <vt:lpstr>Evaluation – Proof of Concept Instructions</vt:lpstr>
      <vt:lpstr>Evaluation – Proof of Concept Rubric</vt:lpstr>
      <vt:lpstr>Evaluation – Proof of Concept Embed video or link here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Lovely, Jennifer L.</dc:creator>
  <cp:lastModifiedBy>Salyers, Kobe R.</cp:lastModifiedBy>
  <cp:revision>2</cp:revision>
  <dcterms:created xsi:type="dcterms:W3CDTF">2022-07-01T01:15:45Z</dcterms:created>
  <dcterms:modified xsi:type="dcterms:W3CDTF">2025-04-24T03:49:37Z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0x010100F2EEB5C95D0FFD44BE97695AFFB35B97</vt:lpwstr>
  </property>
</Properties>
</file>